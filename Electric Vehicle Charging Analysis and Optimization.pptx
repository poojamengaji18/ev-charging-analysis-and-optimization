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66" r:id="rId3"/>
    <p:sldId id="267" r:id="rId4"/>
    <p:sldId id="265" r:id="rId5"/>
    <p:sldId id="270" r:id="rId6"/>
    <p:sldId id="257" r:id="rId7"/>
    <p:sldId id="258" r:id="rId8"/>
    <p:sldId id="269" r:id="rId9"/>
    <p:sldId id="259" r:id="rId10"/>
    <p:sldId id="260" r:id="rId11"/>
    <p:sldId id="261" r:id="rId12"/>
    <p:sldId id="262" r:id="rId13"/>
    <p:sldId id="263" r:id="rId14"/>
    <p:sldId id="264" r:id="rId15"/>
    <p:sldId id="27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ooja\documents\Oakland%20University\course\MIS%205460%20Business%20Analytics\final%20project\submission\EV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ooja\documents\Oakland%20University\course\MIS%205460%20Business%20Analytics\final%20project\submission\EV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ooja\documents\Oakland%20University\course\MIS%205460%20Business%20Analytics\final%20project\submission\final\EV.xlsm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ooja\documents\Oakland%20University\course\MIS%205460%20Business%20Analytics\final%20project\submission\EV.xlsm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ooja\documents\Oakland%20University\course\MIS%205460%20Business%20Analytics\final%20project\submission\EV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ooja\documents\Oakland%20University\course\MIS%205460%20Business%20Analytics\final%20project\submission\EV.xlsm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ooja\documents\Oakland%20University\course\MIS%205460%20Business%20Analytics\final%20project\submission\final\EV.xlsm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ooja\documents\Oakland%20University\course\MIS%205460%20Business%20Analytics\final%20project\submission\final\EV.xlsm" TargetMode="Externa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Pooja\documents\Oakland%20University\course\MIS%205460%20Business%20Analytics\final%20project\submission\EV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[EV.xlsm]Charging Station Utilization!Top10BusyStations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 w="127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'Charging Station Utilization'!$Q$8:$Q$9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1"/>
            </a:solidFill>
            <a:ln w="12700">
              <a:noFill/>
            </a:ln>
            <a:effectLst/>
          </c:spPr>
          <c:invertIfNegative val="0"/>
          <c:cat>
            <c:strRef>
              <c:f>'Charging Station Utilization'!$P$10:$P$32</c:f>
              <c:strCache>
                <c:ptCount val="22"/>
                <c:pt idx="0">
                  <c:v>Station_108</c:v>
                </c:pt>
                <c:pt idx="1">
                  <c:v>Station_17</c:v>
                </c:pt>
                <c:pt idx="2">
                  <c:v>Station_74</c:v>
                </c:pt>
                <c:pt idx="3">
                  <c:v>Station_211</c:v>
                </c:pt>
                <c:pt idx="4">
                  <c:v>Station_442</c:v>
                </c:pt>
                <c:pt idx="5">
                  <c:v>Station_433</c:v>
                </c:pt>
                <c:pt idx="6">
                  <c:v>Station_154</c:v>
                </c:pt>
                <c:pt idx="7">
                  <c:v>Station_216</c:v>
                </c:pt>
                <c:pt idx="8">
                  <c:v>Station_271</c:v>
                </c:pt>
                <c:pt idx="9">
                  <c:v>Station_461</c:v>
                </c:pt>
                <c:pt idx="10">
                  <c:v>Station_78</c:v>
                </c:pt>
                <c:pt idx="11">
                  <c:v>Station_49</c:v>
                </c:pt>
                <c:pt idx="12">
                  <c:v>Station_97</c:v>
                </c:pt>
                <c:pt idx="13">
                  <c:v>Station_129</c:v>
                </c:pt>
                <c:pt idx="14">
                  <c:v>Station_324</c:v>
                </c:pt>
                <c:pt idx="15">
                  <c:v>Station_486</c:v>
                </c:pt>
                <c:pt idx="16">
                  <c:v>Station_42</c:v>
                </c:pt>
                <c:pt idx="17">
                  <c:v>Station_140</c:v>
                </c:pt>
                <c:pt idx="18">
                  <c:v>Station_181</c:v>
                </c:pt>
                <c:pt idx="19">
                  <c:v>Station_44</c:v>
                </c:pt>
                <c:pt idx="20">
                  <c:v>Station_10</c:v>
                </c:pt>
                <c:pt idx="21">
                  <c:v>Station_279</c:v>
                </c:pt>
              </c:strCache>
            </c:strRef>
          </c:cat>
          <c:val>
            <c:numRef>
              <c:f>'Charging Station Utilization'!$Q$10:$Q$32</c:f>
              <c:numCache>
                <c:formatCode>General</c:formatCode>
                <c:ptCount val="22"/>
                <c:pt idx="0">
                  <c:v>2</c:v>
                </c:pt>
                <c:pt idx="1">
                  <c:v>0</c:v>
                </c:pt>
                <c:pt idx="2">
                  <c:v>4</c:v>
                </c:pt>
                <c:pt idx="3">
                  <c:v>1</c:v>
                </c:pt>
                <c:pt idx="4">
                  <c:v>5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0</c:v>
                </c:pt>
                <c:pt idx="12">
                  <c:v>2</c:v>
                </c:pt>
                <c:pt idx="13">
                  <c:v>0</c:v>
                </c:pt>
                <c:pt idx="14">
                  <c:v>4</c:v>
                </c:pt>
                <c:pt idx="15">
                  <c:v>0</c:v>
                </c:pt>
                <c:pt idx="16">
                  <c:v>2</c:v>
                </c:pt>
                <c:pt idx="17">
                  <c:v>0</c:v>
                </c:pt>
                <c:pt idx="18">
                  <c:v>2</c:v>
                </c:pt>
                <c:pt idx="19">
                  <c:v>5</c:v>
                </c:pt>
                <c:pt idx="20">
                  <c:v>1</c:v>
                </c:pt>
                <c:pt idx="2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7E-4E31-8A56-CF6D5E6972AC}"/>
            </c:ext>
          </c:extLst>
        </c:ser>
        <c:ser>
          <c:idx val="1"/>
          <c:order val="1"/>
          <c:tx>
            <c:strRef>
              <c:f>'Charging Station Utilization'!$R$8:$R$9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2"/>
            </a:solidFill>
            <a:ln w="12700">
              <a:noFill/>
            </a:ln>
            <a:effectLst/>
          </c:spPr>
          <c:invertIfNegative val="0"/>
          <c:cat>
            <c:strRef>
              <c:f>'Charging Station Utilization'!$P$10:$P$32</c:f>
              <c:strCache>
                <c:ptCount val="22"/>
                <c:pt idx="0">
                  <c:v>Station_108</c:v>
                </c:pt>
                <c:pt idx="1">
                  <c:v>Station_17</c:v>
                </c:pt>
                <c:pt idx="2">
                  <c:v>Station_74</c:v>
                </c:pt>
                <c:pt idx="3">
                  <c:v>Station_211</c:v>
                </c:pt>
                <c:pt idx="4">
                  <c:v>Station_442</c:v>
                </c:pt>
                <c:pt idx="5">
                  <c:v>Station_433</c:v>
                </c:pt>
                <c:pt idx="6">
                  <c:v>Station_154</c:v>
                </c:pt>
                <c:pt idx="7">
                  <c:v>Station_216</c:v>
                </c:pt>
                <c:pt idx="8">
                  <c:v>Station_271</c:v>
                </c:pt>
                <c:pt idx="9">
                  <c:v>Station_461</c:v>
                </c:pt>
                <c:pt idx="10">
                  <c:v>Station_78</c:v>
                </c:pt>
                <c:pt idx="11">
                  <c:v>Station_49</c:v>
                </c:pt>
                <c:pt idx="12">
                  <c:v>Station_97</c:v>
                </c:pt>
                <c:pt idx="13">
                  <c:v>Station_129</c:v>
                </c:pt>
                <c:pt idx="14">
                  <c:v>Station_324</c:v>
                </c:pt>
                <c:pt idx="15">
                  <c:v>Station_486</c:v>
                </c:pt>
                <c:pt idx="16">
                  <c:v>Station_42</c:v>
                </c:pt>
                <c:pt idx="17">
                  <c:v>Station_140</c:v>
                </c:pt>
                <c:pt idx="18">
                  <c:v>Station_181</c:v>
                </c:pt>
                <c:pt idx="19">
                  <c:v>Station_44</c:v>
                </c:pt>
                <c:pt idx="20">
                  <c:v>Station_10</c:v>
                </c:pt>
                <c:pt idx="21">
                  <c:v>Station_279</c:v>
                </c:pt>
              </c:strCache>
            </c:strRef>
          </c:cat>
          <c:val>
            <c:numRef>
              <c:f>'Charging Station Utilization'!$R$10:$R$32</c:f>
              <c:numCache>
                <c:formatCode>General</c:formatCode>
                <c:ptCount val="22"/>
                <c:pt idx="0">
                  <c:v>2</c:v>
                </c:pt>
                <c:pt idx="1">
                  <c:v>2</c:v>
                </c:pt>
                <c:pt idx="2">
                  <c:v>6</c:v>
                </c:pt>
                <c:pt idx="3">
                  <c:v>4</c:v>
                </c:pt>
                <c:pt idx="4">
                  <c:v>0</c:v>
                </c:pt>
                <c:pt idx="5">
                  <c:v>6</c:v>
                </c:pt>
                <c:pt idx="6">
                  <c:v>1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3</c:v>
                </c:pt>
                <c:pt idx="12">
                  <c:v>1</c:v>
                </c:pt>
                <c:pt idx="13">
                  <c:v>2</c:v>
                </c:pt>
                <c:pt idx="14">
                  <c:v>4</c:v>
                </c:pt>
                <c:pt idx="15">
                  <c:v>2</c:v>
                </c:pt>
                <c:pt idx="16">
                  <c:v>5</c:v>
                </c:pt>
                <c:pt idx="17">
                  <c:v>6</c:v>
                </c:pt>
                <c:pt idx="18">
                  <c:v>1</c:v>
                </c:pt>
                <c:pt idx="19">
                  <c:v>1</c:v>
                </c:pt>
                <c:pt idx="20">
                  <c:v>2</c:v>
                </c:pt>
                <c:pt idx="2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7E-4E31-8A56-CF6D5E6972AC}"/>
            </c:ext>
          </c:extLst>
        </c:ser>
        <c:ser>
          <c:idx val="2"/>
          <c:order val="2"/>
          <c:tx>
            <c:strRef>
              <c:f>'Charging Station Utilization'!$S$8:$S$9</c:f>
              <c:strCache>
                <c:ptCount val="1"/>
                <c:pt idx="0">
                  <c:v>Early Morning</c:v>
                </c:pt>
              </c:strCache>
            </c:strRef>
          </c:tx>
          <c:spPr>
            <a:solidFill>
              <a:schemeClr val="accent3"/>
            </a:solidFill>
            <a:ln w="12700">
              <a:noFill/>
            </a:ln>
            <a:effectLst/>
          </c:spPr>
          <c:invertIfNegative val="0"/>
          <c:cat>
            <c:strRef>
              <c:f>'Charging Station Utilization'!$P$10:$P$32</c:f>
              <c:strCache>
                <c:ptCount val="22"/>
                <c:pt idx="0">
                  <c:v>Station_108</c:v>
                </c:pt>
                <c:pt idx="1">
                  <c:v>Station_17</c:v>
                </c:pt>
                <c:pt idx="2">
                  <c:v>Station_74</c:v>
                </c:pt>
                <c:pt idx="3">
                  <c:v>Station_211</c:v>
                </c:pt>
                <c:pt idx="4">
                  <c:v>Station_442</c:v>
                </c:pt>
                <c:pt idx="5">
                  <c:v>Station_433</c:v>
                </c:pt>
                <c:pt idx="6">
                  <c:v>Station_154</c:v>
                </c:pt>
                <c:pt idx="7">
                  <c:v>Station_216</c:v>
                </c:pt>
                <c:pt idx="8">
                  <c:v>Station_271</c:v>
                </c:pt>
                <c:pt idx="9">
                  <c:v>Station_461</c:v>
                </c:pt>
                <c:pt idx="10">
                  <c:v>Station_78</c:v>
                </c:pt>
                <c:pt idx="11">
                  <c:v>Station_49</c:v>
                </c:pt>
                <c:pt idx="12">
                  <c:v>Station_97</c:v>
                </c:pt>
                <c:pt idx="13">
                  <c:v>Station_129</c:v>
                </c:pt>
                <c:pt idx="14">
                  <c:v>Station_324</c:v>
                </c:pt>
                <c:pt idx="15">
                  <c:v>Station_486</c:v>
                </c:pt>
                <c:pt idx="16">
                  <c:v>Station_42</c:v>
                </c:pt>
                <c:pt idx="17">
                  <c:v>Station_140</c:v>
                </c:pt>
                <c:pt idx="18">
                  <c:v>Station_181</c:v>
                </c:pt>
                <c:pt idx="19">
                  <c:v>Station_44</c:v>
                </c:pt>
                <c:pt idx="20">
                  <c:v>Station_10</c:v>
                </c:pt>
                <c:pt idx="21">
                  <c:v>Station_279</c:v>
                </c:pt>
              </c:strCache>
            </c:strRef>
          </c:cat>
          <c:val>
            <c:numRef>
              <c:f>'Charging Station Utilization'!$S$10:$S$32</c:f>
              <c:numCache>
                <c:formatCode>General</c:formatCode>
                <c:ptCount val="22"/>
                <c:pt idx="0">
                  <c:v>4</c:v>
                </c:pt>
                <c:pt idx="1">
                  <c:v>5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6">
                  <c:v>7</c:v>
                </c:pt>
                <c:pt idx="7">
                  <c:v>2</c:v>
                </c:pt>
                <c:pt idx="8">
                  <c:v>0</c:v>
                </c:pt>
                <c:pt idx="9">
                  <c:v>1</c:v>
                </c:pt>
                <c:pt idx="10">
                  <c:v>1</c:v>
                </c:pt>
                <c:pt idx="11">
                  <c:v>3</c:v>
                </c:pt>
                <c:pt idx="12">
                  <c:v>1</c:v>
                </c:pt>
                <c:pt idx="13">
                  <c:v>7</c:v>
                </c:pt>
                <c:pt idx="14">
                  <c:v>1</c:v>
                </c:pt>
                <c:pt idx="15">
                  <c:v>6</c:v>
                </c:pt>
                <c:pt idx="16">
                  <c:v>2</c:v>
                </c:pt>
                <c:pt idx="17">
                  <c:v>0</c:v>
                </c:pt>
                <c:pt idx="18">
                  <c:v>3</c:v>
                </c:pt>
                <c:pt idx="19">
                  <c:v>1</c:v>
                </c:pt>
                <c:pt idx="20">
                  <c:v>4</c:v>
                </c:pt>
                <c:pt idx="2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B7E-4E31-8A56-CF6D5E6972AC}"/>
            </c:ext>
          </c:extLst>
        </c:ser>
        <c:ser>
          <c:idx val="3"/>
          <c:order val="3"/>
          <c:tx>
            <c:strRef>
              <c:f>'Charging Station Utilization'!$T$8:$T$9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accent4"/>
            </a:solidFill>
            <a:ln w="12700">
              <a:noFill/>
            </a:ln>
            <a:effectLst/>
          </c:spPr>
          <c:invertIfNegative val="0"/>
          <c:cat>
            <c:strRef>
              <c:f>'Charging Station Utilization'!$P$10:$P$32</c:f>
              <c:strCache>
                <c:ptCount val="22"/>
                <c:pt idx="0">
                  <c:v>Station_108</c:v>
                </c:pt>
                <c:pt idx="1">
                  <c:v>Station_17</c:v>
                </c:pt>
                <c:pt idx="2">
                  <c:v>Station_74</c:v>
                </c:pt>
                <c:pt idx="3">
                  <c:v>Station_211</c:v>
                </c:pt>
                <c:pt idx="4">
                  <c:v>Station_442</c:v>
                </c:pt>
                <c:pt idx="5">
                  <c:v>Station_433</c:v>
                </c:pt>
                <c:pt idx="6">
                  <c:v>Station_154</c:v>
                </c:pt>
                <c:pt idx="7">
                  <c:v>Station_216</c:v>
                </c:pt>
                <c:pt idx="8">
                  <c:v>Station_271</c:v>
                </c:pt>
                <c:pt idx="9">
                  <c:v>Station_461</c:v>
                </c:pt>
                <c:pt idx="10">
                  <c:v>Station_78</c:v>
                </c:pt>
                <c:pt idx="11">
                  <c:v>Station_49</c:v>
                </c:pt>
                <c:pt idx="12">
                  <c:v>Station_97</c:v>
                </c:pt>
                <c:pt idx="13">
                  <c:v>Station_129</c:v>
                </c:pt>
                <c:pt idx="14">
                  <c:v>Station_324</c:v>
                </c:pt>
                <c:pt idx="15">
                  <c:v>Station_486</c:v>
                </c:pt>
                <c:pt idx="16">
                  <c:v>Station_42</c:v>
                </c:pt>
                <c:pt idx="17">
                  <c:v>Station_140</c:v>
                </c:pt>
                <c:pt idx="18">
                  <c:v>Station_181</c:v>
                </c:pt>
                <c:pt idx="19">
                  <c:v>Station_44</c:v>
                </c:pt>
                <c:pt idx="20">
                  <c:v>Station_10</c:v>
                </c:pt>
                <c:pt idx="21">
                  <c:v>Station_279</c:v>
                </c:pt>
              </c:strCache>
            </c:strRef>
          </c:cat>
          <c:val>
            <c:numRef>
              <c:f>'Charging Station Utilization'!$T$10:$T$32</c:f>
              <c:numCache>
                <c:formatCode>General</c:formatCode>
                <c:ptCount val="22"/>
                <c:pt idx="0">
                  <c:v>6</c:v>
                </c:pt>
                <c:pt idx="1">
                  <c:v>6</c:v>
                </c:pt>
                <c:pt idx="2">
                  <c:v>2</c:v>
                </c:pt>
                <c:pt idx="3">
                  <c:v>4</c:v>
                </c:pt>
                <c:pt idx="4">
                  <c:v>1</c:v>
                </c:pt>
                <c:pt idx="5">
                  <c:v>0</c:v>
                </c:pt>
                <c:pt idx="6">
                  <c:v>2</c:v>
                </c:pt>
                <c:pt idx="7">
                  <c:v>2</c:v>
                </c:pt>
                <c:pt idx="8">
                  <c:v>4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  <c:pt idx="12">
                  <c:v>5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3</c:v>
                </c:pt>
                <c:pt idx="18">
                  <c:v>3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B7E-4E31-8A56-CF6D5E6972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95669584"/>
        <c:axId val="1795670544"/>
      </c:barChart>
      <c:catAx>
        <c:axId val="1795669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Charging</a:t>
                </a:r>
                <a:r>
                  <a:rPr lang="en-US" baseline="0"/>
                  <a:t> stations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5670544"/>
        <c:crosses val="autoZero"/>
        <c:auto val="1"/>
        <c:lblAlgn val="ctr"/>
        <c:lblOffset val="100"/>
        <c:noMultiLvlLbl val="0"/>
      </c:catAx>
      <c:valAx>
        <c:axId val="179567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</a:t>
                </a:r>
                <a:r>
                  <a:rPr lang="en-US" baseline="0"/>
                  <a:t> of users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5669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[EV.xlsm]Charging Station Utilization!PivotTable1</c:name>
    <c:fmtId val="40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'Charging Station Utilization'!$S$38</c:f>
              <c:strCache>
                <c:ptCount val="1"/>
                <c:pt idx="0">
                  <c:v>Count of user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'Charging Station Utilization'!$P$39:$P$69</c:f>
              <c:multiLvlStrCache>
                <c:ptCount val="26"/>
                <c:lvl>
                  <c:pt idx="0">
                    <c:v>&lt;01/01/2024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Aug</c:v>
                  </c:pt>
                  <c:pt idx="9">
                    <c:v>Sep</c:v>
                  </c:pt>
                  <c:pt idx="10">
                    <c:v>Oct</c:v>
                  </c:pt>
                  <c:pt idx="11">
                    <c:v>Nov</c:v>
                  </c:pt>
                  <c:pt idx="12">
                    <c:v>Dec</c:v>
                  </c:pt>
                  <c:pt idx="13">
                    <c:v>Jan</c:v>
                  </c:pt>
                  <c:pt idx="14">
                    <c:v>Feb</c:v>
                  </c:pt>
                  <c:pt idx="15">
                    <c:v>Mar</c:v>
                  </c:pt>
                  <c:pt idx="16">
                    <c:v>Apr</c:v>
                  </c:pt>
                  <c:pt idx="17">
                    <c:v>May</c:v>
                  </c:pt>
                  <c:pt idx="18">
                    <c:v>Jun</c:v>
                  </c:pt>
                  <c:pt idx="19">
                    <c:v>Jul</c:v>
                  </c:pt>
                  <c:pt idx="20">
                    <c:v>Aug</c:v>
                  </c:pt>
                  <c:pt idx="21">
                    <c:v>Sep</c:v>
                  </c:pt>
                  <c:pt idx="22">
                    <c:v>Oct</c:v>
                  </c:pt>
                  <c:pt idx="23">
                    <c:v>Nov</c:v>
                  </c:pt>
                  <c:pt idx="24">
                    <c:v>Dec</c:v>
                  </c:pt>
                  <c:pt idx="25">
                    <c:v>&gt;03/25/2025</c:v>
                  </c:pt>
                </c:lvl>
                <c:lvl>
                  <c:pt idx="0">
                    <c:v>&lt;01/01/2024</c:v>
                  </c:pt>
                  <c:pt idx="1">
                    <c:v>2024</c:v>
                  </c:pt>
                  <c:pt idx="13">
                    <c:v>2025</c:v>
                  </c:pt>
                  <c:pt idx="25">
                    <c:v>&gt;03/25/2025</c:v>
                  </c:pt>
                </c:lvl>
              </c:multiLvlStrCache>
            </c:multiLvlStrRef>
          </c:cat>
          <c:val>
            <c:numRef>
              <c:f>'Charging Station Utilization'!$S$39:$S$69</c:f>
              <c:numCache>
                <c:formatCode>0</c:formatCode>
                <c:ptCount val="26"/>
                <c:pt idx="0">
                  <c:v>0</c:v>
                </c:pt>
                <c:pt idx="1">
                  <c:v>647</c:v>
                </c:pt>
                <c:pt idx="2">
                  <c:v>576</c:v>
                </c:pt>
                <c:pt idx="3">
                  <c:v>20</c:v>
                </c:pt>
                <c:pt idx="4">
                  <c:v>22</c:v>
                </c:pt>
                <c:pt idx="5">
                  <c:v>15</c:v>
                </c:pt>
                <c:pt idx="6">
                  <c:v>15</c:v>
                </c:pt>
                <c:pt idx="7">
                  <c:v>1</c:v>
                </c:pt>
                <c:pt idx="8">
                  <c:v>12</c:v>
                </c:pt>
                <c:pt idx="9">
                  <c:v>1</c:v>
                </c:pt>
                <c:pt idx="10">
                  <c:v>4</c:v>
                </c:pt>
                <c:pt idx="11">
                  <c:v>6</c:v>
                </c:pt>
                <c:pt idx="12">
                  <c:v>2</c:v>
                </c:pt>
                <c:pt idx="13">
                  <c:v>4</c:v>
                </c:pt>
                <c:pt idx="14">
                  <c:v>254</c:v>
                </c:pt>
                <c:pt idx="15">
                  <c:v>321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15-406E-8B10-C34419AEA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1557551"/>
        <c:axId val="291558031"/>
      </c:barChart>
      <c:lineChart>
        <c:grouping val="standard"/>
        <c:varyColors val="0"/>
        <c:ser>
          <c:idx val="0"/>
          <c:order val="0"/>
          <c:tx>
            <c:strRef>
              <c:f>'Charging Station Utilization'!$Q$38</c:f>
              <c:strCache>
                <c:ptCount val="1"/>
                <c:pt idx="0">
                  <c:v>Average Charging Duration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'Charging Station Utilization'!$P$39:$P$69</c:f>
              <c:multiLvlStrCache>
                <c:ptCount val="26"/>
                <c:lvl>
                  <c:pt idx="0">
                    <c:v>&lt;01/01/2024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Aug</c:v>
                  </c:pt>
                  <c:pt idx="9">
                    <c:v>Sep</c:v>
                  </c:pt>
                  <c:pt idx="10">
                    <c:v>Oct</c:v>
                  </c:pt>
                  <c:pt idx="11">
                    <c:v>Nov</c:v>
                  </c:pt>
                  <c:pt idx="12">
                    <c:v>Dec</c:v>
                  </c:pt>
                  <c:pt idx="13">
                    <c:v>Jan</c:v>
                  </c:pt>
                  <c:pt idx="14">
                    <c:v>Feb</c:v>
                  </c:pt>
                  <c:pt idx="15">
                    <c:v>Mar</c:v>
                  </c:pt>
                  <c:pt idx="16">
                    <c:v>Apr</c:v>
                  </c:pt>
                  <c:pt idx="17">
                    <c:v>May</c:v>
                  </c:pt>
                  <c:pt idx="18">
                    <c:v>Jun</c:v>
                  </c:pt>
                  <c:pt idx="19">
                    <c:v>Jul</c:v>
                  </c:pt>
                  <c:pt idx="20">
                    <c:v>Aug</c:v>
                  </c:pt>
                  <c:pt idx="21">
                    <c:v>Sep</c:v>
                  </c:pt>
                  <c:pt idx="22">
                    <c:v>Oct</c:v>
                  </c:pt>
                  <c:pt idx="23">
                    <c:v>Nov</c:v>
                  </c:pt>
                  <c:pt idx="24">
                    <c:v>Dec</c:v>
                  </c:pt>
                  <c:pt idx="25">
                    <c:v>&gt;03/25/2025</c:v>
                  </c:pt>
                </c:lvl>
                <c:lvl>
                  <c:pt idx="0">
                    <c:v>&lt;01/01/2024</c:v>
                  </c:pt>
                  <c:pt idx="1">
                    <c:v>2024</c:v>
                  </c:pt>
                  <c:pt idx="13">
                    <c:v>2025</c:v>
                  </c:pt>
                  <c:pt idx="25">
                    <c:v>&gt;03/25/2025</c:v>
                  </c:pt>
                </c:lvl>
              </c:multiLvlStrCache>
            </c:multiLvlStrRef>
          </c:cat>
          <c:val>
            <c:numRef>
              <c:f>'Charging Station Utilization'!$Q$39:$Q$69</c:f>
              <c:numCache>
                <c:formatCode>0.00</c:formatCode>
                <c:ptCount val="26"/>
                <c:pt idx="0">
                  <c:v>0</c:v>
                </c:pt>
                <c:pt idx="1">
                  <c:v>2.2610819165378673</c:v>
                </c:pt>
                <c:pt idx="2">
                  <c:v>2.2897048611111126</c:v>
                </c:pt>
                <c:pt idx="3">
                  <c:v>2.1934999999999998</c:v>
                </c:pt>
                <c:pt idx="4">
                  <c:v>1.9209090909090909</c:v>
                </c:pt>
                <c:pt idx="5">
                  <c:v>2.13</c:v>
                </c:pt>
                <c:pt idx="6">
                  <c:v>2.6586666666666665</c:v>
                </c:pt>
                <c:pt idx="7">
                  <c:v>1.32</c:v>
                </c:pt>
                <c:pt idx="8">
                  <c:v>2.4341666666666666</c:v>
                </c:pt>
                <c:pt idx="9">
                  <c:v>2.4</c:v>
                </c:pt>
                <c:pt idx="10">
                  <c:v>1.7949999999999999</c:v>
                </c:pt>
                <c:pt idx="11">
                  <c:v>1.9550000000000003</c:v>
                </c:pt>
                <c:pt idx="12">
                  <c:v>2.27</c:v>
                </c:pt>
                <c:pt idx="13">
                  <c:v>2.6050000000000004</c:v>
                </c:pt>
                <c:pt idx="14">
                  <c:v>2.3211417322834653</c:v>
                </c:pt>
                <c:pt idx="15">
                  <c:v>2.2351090342679125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15-406E-8B10-C34419AEAD00}"/>
            </c:ext>
          </c:extLst>
        </c:ser>
        <c:ser>
          <c:idx val="1"/>
          <c:order val="1"/>
          <c:tx>
            <c:strRef>
              <c:f>'Charging Station Utilization'!$R$38</c:f>
              <c:strCache>
                <c:ptCount val="1"/>
                <c:pt idx="0">
                  <c:v>Average Energy Consumed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'Charging Station Utilization'!$P$39:$P$69</c:f>
              <c:multiLvlStrCache>
                <c:ptCount val="26"/>
                <c:lvl>
                  <c:pt idx="0">
                    <c:v>&lt;01/01/2024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Aug</c:v>
                  </c:pt>
                  <c:pt idx="9">
                    <c:v>Sep</c:v>
                  </c:pt>
                  <c:pt idx="10">
                    <c:v>Oct</c:v>
                  </c:pt>
                  <c:pt idx="11">
                    <c:v>Nov</c:v>
                  </c:pt>
                  <c:pt idx="12">
                    <c:v>Dec</c:v>
                  </c:pt>
                  <c:pt idx="13">
                    <c:v>Jan</c:v>
                  </c:pt>
                  <c:pt idx="14">
                    <c:v>Feb</c:v>
                  </c:pt>
                  <c:pt idx="15">
                    <c:v>Mar</c:v>
                  </c:pt>
                  <c:pt idx="16">
                    <c:v>Apr</c:v>
                  </c:pt>
                  <c:pt idx="17">
                    <c:v>May</c:v>
                  </c:pt>
                  <c:pt idx="18">
                    <c:v>Jun</c:v>
                  </c:pt>
                  <c:pt idx="19">
                    <c:v>Jul</c:v>
                  </c:pt>
                  <c:pt idx="20">
                    <c:v>Aug</c:v>
                  </c:pt>
                  <c:pt idx="21">
                    <c:v>Sep</c:v>
                  </c:pt>
                  <c:pt idx="22">
                    <c:v>Oct</c:v>
                  </c:pt>
                  <c:pt idx="23">
                    <c:v>Nov</c:v>
                  </c:pt>
                  <c:pt idx="24">
                    <c:v>Dec</c:v>
                  </c:pt>
                  <c:pt idx="25">
                    <c:v>&gt;03/25/2025</c:v>
                  </c:pt>
                </c:lvl>
                <c:lvl>
                  <c:pt idx="0">
                    <c:v>&lt;01/01/2024</c:v>
                  </c:pt>
                  <c:pt idx="1">
                    <c:v>2024</c:v>
                  </c:pt>
                  <c:pt idx="13">
                    <c:v>2025</c:v>
                  </c:pt>
                  <c:pt idx="25">
                    <c:v>&gt;03/25/2025</c:v>
                  </c:pt>
                </c:lvl>
              </c:multiLvlStrCache>
            </c:multiLvlStrRef>
          </c:cat>
          <c:val>
            <c:numRef>
              <c:f>'Charging Station Utilization'!$R$39:$R$69</c:f>
              <c:numCache>
                <c:formatCode>0.00</c:formatCode>
                <c:ptCount val="26"/>
                <c:pt idx="0">
                  <c:v>0</c:v>
                </c:pt>
                <c:pt idx="1">
                  <c:v>43.11117263843645</c:v>
                </c:pt>
                <c:pt idx="2">
                  <c:v>42.011259124087566</c:v>
                </c:pt>
                <c:pt idx="3">
                  <c:v>45.78</c:v>
                </c:pt>
                <c:pt idx="4">
                  <c:v>46.789047619047622</c:v>
                </c:pt>
                <c:pt idx="5">
                  <c:v>39.531428571428577</c:v>
                </c:pt>
                <c:pt idx="6">
                  <c:v>43.587142857142858</c:v>
                </c:pt>
                <c:pt idx="7">
                  <c:v>26.62</c:v>
                </c:pt>
                <c:pt idx="8">
                  <c:v>43.011818181818178</c:v>
                </c:pt>
                <c:pt idx="9">
                  <c:v>39.4</c:v>
                </c:pt>
                <c:pt idx="10">
                  <c:v>46.400000000000006</c:v>
                </c:pt>
                <c:pt idx="11">
                  <c:v>45.445</c:v>
                </c:pt>
                <c:pt idx="12">
                  <c:v>14.574999999999999</c:v>
                </c:pt>
                <c:pt idx="13">
                  <c:v>68.849999999999994</c:v>
                </c:pt>
                <c:pt idx="14">
                  <c:v>41.682181069958844</c:v>
                </c:pt>
                <c:pt idx="15">
                  <c:v>40.200950819672151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15-406E-8B10-C34419AEA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26500512"/>
        <c:axId val="1826500992"/>
      </c:lineChart>
      <c:catAx>
        <c:axId val="18265005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Charging 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500992"/>
        <c:crosses val="autoZero"/>
        <c:auto val="1"/>
        <c:lblAlgn val="ctr"/>
        <c:lblOffset val="100"/>
        <c:noMultiLvlLbl val="0"/>
      </c:catAx>
      <c:valAx>
        <c:axId val="1826500992"/>
        <c:scaling>
          <c:orientation val="minMax"/>
          <c:max val="7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energy consumed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6500512"/>
        <c:crosses val="autoZero"/>
        <c:crossBetween val="between"/>
        <c:majorUnit val="5"/>
      </c:valAx>
      <c:valAx>
        <c:axId val="291558031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1557551"/>
        <c:crosses val="max"/>
        <c:crossBetween val="between"/>
      </c:valAx>
      <c:catAx>
        <c:axId val="2915575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915580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850270237763656"/>
          <c:y val="0.23346106642345105"/>
          <c:w val="0.17999537989716727"/>
          <c:h val="0.465372464859209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[EV.xlsm]Charging Station Utilization!PivotTable5</c:name>
    <c:fmtId val="21"/>
  </c:pivotSource>
  <c:chart>
    <c:autoTitleDeleted val="1"/>
    <c:pivotFmts>
      <c:pivotFmt>
        <c:idx val="0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</a:schemeClr>
            </a:solidFill>
            <a:ln w="9525">
              <a:solidFill>
                <a:schemeClr val="accent1">
                  <a:lumMod val="6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5285713003240791E-2"/>
          <c:y val="0.15391950397554646"/>
          <c:w val="0.78348151720602044"/>
          <c:h val="0.64078486112282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'Charging Station Utilization'!$Q$77:$Q$78</c:f>
              <c:strCache>
                <c:ptCount val="1"/>
                <c:pt idx="0">
                  <c:v>Sunday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Station Utilization'!$P$79:$P$87</c:f>
              <c:strCache>
                <c:ptCount val="8"/>
                <c:pt idx="0">
                  <c:v>0-2</c:v>
                </c:pt>
                <c:pt idx="1">
                  <c:v>3-5</c:v>
                </c:pt>
                <c:pt idx="2">
                  <c:v>6-8</c:v>
                </c:pt>
                <c:pt idx="3">
                  <c:v>9-11</c:v>
                </c:pt>
                <c:pt idx="4">
                  <c:v>12-14</c:v>
                </c:pt>
                <c:pt idx="5">
                  <c:v>15-17</c:v>
                </c:pt>
                <c:pt idx="6">
                  <c:v>18-20</c:v>
                </c:pt>
                <c:pt idx="7">
                  <c:v>21-23</c:v>
                </c:pt>
              </c:strCache>
            </c:strRef>
          </c:cat>
          <c:val>
            <c:numRef>
              <c:f>'Charging Station Utilization'!$Q$79:$Q$87</c:f>
              <c:numCache>
                <c:formatCode>General</c:formatCode>
                <c:ptCount val="8"/>
                <c:pt idx="0">
                  <c:v>39</c:v>
                </c:pt>
                <c:pt idx="1">
                  <c:v>32</c:v>
                </c:pt>
                <c:pt idx="2">
                  <c:v>25</c:v>
                </c:pt>
                <c:pt idx="3">
                  <c:v>30</c:v>
                </c:pt>
                <c:pt idx="4">
                  <c:v>47</c:v>
                </c:pt>
                <c:pt idx="5">
                  <c:v>28</c:v>
                </c:pt>
                <c:pt idx="6">
                  <c:v>39</c:v>
                </c:pt>
                <c:pt idx="7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F9-4384-933C-0795CDFBB88E}"/>
            </c:ext>
          </c:extLst>
        </c:ser>
        <c:ser>
          <c:idx val="1"/>
          <c:order val="1"/>
          <c:tx>
            <c:strRef>
              <c:f>'Charging Station Utilization'!$R$77:$R$78</c:f>
              <c:strCache>
                <c:ptCount val="1"/>
                <c:pt idx="0">
                  <c:v>Monday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Station Utilization'!$P$79:$P$87</c:f>
              <c:strCache>
                <c:ptCount val="8"/>
                <c:pt idx="0">
                  <c:v>0-2</c:v>
                </c:pt>
                <c:pt idx="1">
                  <c:v>3-5</c:v>
                </c:pt>
                <c:pt idx="2">
                  <c:v>6-8</c:v>
                </c:pt>
                <c:pt idx="3">
                  <c:v>9-11</c:v>
                </c:pt>
                <c:pt idx="4">
                  <c:v>12-14</c:v>
                </c:pt>
                <c:pt idx="5">
                  <c:v>15-17</c:v>
                </c:pt>
                <c:pt idx="6">
                  <c:v>18-20</c:v>
                </c:pt>
                <c:pt idx="7">
                  <c:v>21-23</c:v>
                </c:pt>
              </c:strCache>
            </c:strRef>
          </c:cat>
          <c:val>
            <c:numRef>
              <c:f>'Charging Station Utilization'!$R$79:$R$87</c:f>
              <c:numCache>
                <c:formatCode>General</c:formatCode>
                <c:ptCount val="8"/>
                <c:pt idx="0">
                  <c:v>26</c:v>
                </c:pt>
                <c:pt idx="1">
                  <c:v>28</c:v>
                </c:pt>
                <c:pt idx="2">
                  <c:v>38</c:v>
                </c:pt>
                <c:pt idx="3">
                  <c:v>33</c:v>
                </c:pt>
                <c:pt idx="4">
                  <c:v>28</c:v>
                </c:pt>
                <c:pt idx="5">
                  <c:v>30</c:v>
                </c:pt>
                <c:pt idx="6">
                  <c:v>43</c:v>
                </c:pt>
                <c:pt idx="7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F9-4384-933C-0795CDFBB88E}"/>
            </c:ext>
          </c:extLst>
        </c:ser>
        <c:ser>
          <c:idx val="2"/>
          <c:order val="2"/>
          <c:tx>
            <c:strRef>
              <c:f>'Charging Station Utilization'!$S$77:$S$78</c:f>
              <c:strCache>
                <c:ptCount val="1"/>
                <c:pt idx="0">
                  <c:v>Tuesday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Station Utilization'!$P$79:$P$87</c:f>
              <c:strCache>
                <c:ptCount val="8"/>
                <c:pt idx="0">
                  <c:v>0-2</c:v>
                </c:pt>
                <c:pt idx="1">
                  <c:v>3-5</c:v>
                </c:pt>
                <c:pt idx="2">
                  <c:v>6-8</c:v>
                </c:pt>
                <c:pt idx="3">
                  <c:v>9-11</c:v>
                </c:pt>
                <c:pt idx="4">
                  <c:v>12-14</c:v>
                </c:pt>
                <c:pt idx="5">
                  <c:v>15-17</c:v>
                </c:pt>
                <c:pt idx="6">
                  <c:v>18-20</c:v>
                </c:pt>
                <c:pt idx="7">
                  <c:v>21-23</c:v>
                </c:pt>
              </c:strCache>
            </c:strRef>
          </c:cat>
          <c:val>
            <c:numRef>
              <c:f>'Charging Station Utilization'!$S$79:$S$87</c:f>
              <c:numCache>
                <c:formatCode>General</c:formatCode>
                <c:ptCount val="8"/>
                <c:pt idx="0">
                  <c:v>34</c:v>
                </c:pt>
                <c:pt idx="1">
                  <c:v>42</c:v>
                </c:pt>
                <c:pt idx="2">
                  <c:v>32</c:v>
                </c:pt>
                <c:pt idx="3">
                  <c:v>37</c:v>
                </c:pt>
                <c:pt idx="4">
                  <c:v>23</c:v>
                </c:pt>
                <c:pt idx="5">
                  <c:v>40</c:v>
                </c:pt>
                <c:pt idx="6">
                  <c:v>47</c:v>
                </c:pt>
                <c:pt idx="7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F9-4384-933C-0795CDFBB88E}"/>
            </c:ext>
          </c:extLst>
        </c:ser>
        <c:ser>
          <c:idx val="3"/>
          <c:order val="3"/>
          <c:tx>
            <c:strRef>
              <c:f>'Charging Station Utilization'!$T$77:$T$78</c:f>
              <c:strCache>
                <c:ptCount val="1"/>
                <c:pt idx="0">
                  <c:v>Wednesday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Station Utilization'!$P$79:$P$87</c:f>
              <c:strCache>
                <c:ptCount val="8"/>
                <c:pt idx="0">
                  <c:v>0-2</c:v>
                </c:pt>
                <c:pt idx="1">
                  <c:v>3-5</c:v>
                </c:pt>
                <c:pt idx="2">
                  <c:v>6-8</c:v>
                </c:pt>
                <c:pt idx="3">
                  <c:v>9-11</c:v>
                </c:pt>
                <c:pt idx="4">
                  <c:v>12-14</c:v>
                </c:pt>
                <c:pt idx="5">
                  <c:v>15-17</c:v>
                </c:pt>
                <c:pt idx="6">
                  <c:v>18-20</c:v>
                </c:pt>
                <c:pt idx="7">
                  <c:v>21-23</c:v>
                </c:pt>
              </c:strCache>
            </c:strRef>
          </c:cat>
          <c:val>
            <c:numRef>
              <c:f>'Charging Station Utilization'!$T$79:$T$87</c:f>
              <c:numCache>
                <c:formatCode>General</c:formatCode>
                <c:ptCount val="8"/>
                <c:pt idx="0">
                  <c:v>36</c:v>
                </c:pt>
                <c:pt idx="1">
                  <c:v>34</c:v>
                </c:pt>
                <c:pt idx="2">
                  <c:v>44</c:v>
                </c:pt>
                <c:pt idx="3">
                  <c:v>33</c:v>
                </c:pt>
                <c:pt idx="4">
                  <c:v>35</c:v>
                </c:pt>
                <c:pt idx="5">
                  <c:v>39</c:v>
                </c:pt>
                <c:pt idx="6">
                  <c:v>22</c:v>
                </c:pt>
                <c:pt idx="7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F9-4384-933C-0795CDFBB88E}"/>
            </c:ext>
          </c:extLst>
        </c:ser>
        <c:ser>
          <c:idx val="4"/>
          <c:order val="4"/>
          <c:tx>
            <c:strRef>
              <c:f>'Charging Station Utilization'!$U$77:$U$78</c:f>
              <c:strCache>
                <c:ptCount val="1"/>
                <c:pt idx="0">
                  <c:v>Thursday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Station Utilization'!$P$79:$P$87</c:f>
              <c:strCache>
                <c:ptCount val="8"/>
                <c:pt idx="0">
                  <c:v>0-2</c:v>
                </c:pt>
                <c:pt idx="1">
                  <c:v>3-5</c:v>
                </c:pt>
                <c:pt idx="2">
                  <c:v>6-8</c:v>
                </c:pt>
                <c:pt idx="3">
                  <c:v>9-11</c:v>
                </c:pt>
                <c:pt idx="4">
                  <c:v>12-14</c:v>
                </c:pt>
                <c:pt idx="5">
                  <c:v>15-17</c:v>
                </c:pt>
                <c:pt idx="6">
                  <c:v>18-20</c:v>
                </c:pt>
                <c:pt idx="7">
                  <c:v>21-23</c:v>
                </c:pt>
              </c:strCache>
            </c:strRef>
          </c:cat>
          <c:val>
            <c:numRef>
              <c:f>'Charging Station Utilization'!$U$79:$U$87</c:f>
              <c:numCache>
                <c:formatCode>General</c:formatCode>
                <c:ptCount val="8"/>
                <c:pt idx="0">
                  <c:v>27</c:v>
                </c:pt>
                <c:pt idx="1">
                  <c:v>31</c:v>
                </c:pt>
                <c:pt idx="2">
                  <c:v>33</c:v>
                </c:pt>
                <c:pt idx="3">
                  <c:v>37</c:v>
                </c:pt>
                <c:pt idx="4">
                  <c:v>17</c:v>
                </c:pt>
                <c:pt idx="5">
                  <c:v>33</c:v>
                </c:pt>
                <c:pt idx="6">
                  <c:v>24</c:v>
                </c:pt>
                <c:pt idx="7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F9-4384-933C-0795CDFBB88E}"/>
            </c:ext>
          </c:extLst>
        </c:ser>
        <c:ser>
          <c:idx val="5"/>
          <c:order val="5"/>
          <c:tx>
            <c:strRef>
              <c:f>'Charging Station Utilization'!$V$77:$V$78</c:f>
              <c:strCache>
                <c:ptCount val="1"/>
                <c:pt idx="0">
                  <c:v>Friday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Station Utilization'!$P$79:$P$87</c:f>
              <c:strCache>
                <c:ptCount val="8"/>
                <c:pt idx="0">
                  <c:v>0-2</c:v>
                </c:pt>
                <c:pt idx="1">
                  <c:v>3-5</c:v>
                </c:pt>
                <c:pt idx="2">
                  <c:v>6-8</c:v>
                </c:pt>
                <c:pt idx="3">
                  <c:v>9-11</c:v>
                </c:pt>
                <c:pt idx="4">
                  <c:v>12-14</c:v>
                </c:pt>
                <c:pt idx="5">
                  <c:v>15-17</c:v>
                </c:pt>
                <c:pt idx="6">
                  <c:v>18-20</c:v>
                </c:pt>
                <c:pt idx="7">
                  <c:v>21-23</c:v>
                </c:pt>
              </c:strCache>
            </c:strRef>
          </c:cat>
          <c:val>
            <c:numRef>
              <c:f>'Charging Station Utilization'!$V$79:$V$87</c:f>
              <c:numCache>
                <c:formatCode>General</c:formatCode>
                <c:ptCount val="8"/>
                <c:pt idx="0">
                  <c:v>34</c:v>
                </c:pt>
                <c:pt idx="1">
                  <c:v>35</c:v>
                </c:pt>
                <c:pt idx="2">
                  <c:v>27</c:v>
                </c:pt>
                <c:pt idx="3">
                  <c:v>31</c:v>
                </c:pt>
                <c:pt idx="4">
                  <c:v>51</c:v>
                </c:pt>
                <c:pt idx="5">
                  <c:v>29</c:v>
                </c:pt>
                <c:pt idx="6">
                  <c:v>32</c:v>
                </c:pt>
                <c:pt idx="7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EF9-4384-933C-0795CDFBB88E}"/>
            </c:ext>
          </c:extLst>
        </c:ser>
        <c:ser>
          <c:idx val="6"/>
          <c:order val="6"/>
          <c:tx>
            <c:strRef>
              <c:f>'Charging Station Utilization'!$W$77:$W$78</c:f>
              <c:strCache>
                <c:ptCount val="1"/>
                <c:pt idx="0">
                  <c:v>Saturday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Station Utilization'!$P$79:$P$87</c:f>
              <c:strCache>
                <c:ptCount val="8"/>
                <c:pt idx="0">
                  <c:v>0-2</c:v>
                </c:pt>
                <c:pt idx="1">
                  <c:v>3-5</c:v>
                </c:pt>
                <c:pt idx="2">
                  <c:v>6-8</c:v>
                </c:pt>
                <c:pt idx="3">
                  <c:v>9-11</c:v>
                </c:pt>
                <c:pt idx="4">
                  <c:v>12-14</c:v>
                </c:pt>
                <c:pt idx="5">
                  <c:v>15-17</c:v>
                </c:pt>
                <c:pt idx="6">
                  <c:v>18-20</c:v>
                </c:pt>
                <c:pt idx="7">
                  <c:v>21-23</c:v>
                </c:pt>
              </c:strCache>
            </c:strRef>
          </c:cat>
          <c:val>
            <c:numRef>
              <c:f>'Charging Station Utilization'!$W$79:$W$87</c:f>
              <c:numCache>
                <c:formatCode>General</c:formatCode>
                <c:ptCount val="8"/>
                <c:pt idx="0">
                  <c:v>37</c:v>
                </c:pt>
                <c:pt idx="1">
                  <c:v>29</c:v>
                </c:pt>
                <c:pt idx="2">
                  <c:v>36</c:v>
                </c:pt>
                <c:pt idx="3">
                  <c:v>42</c:v>
                </c:pt>
                <c:pt idx="4">
                  <c:v>33</c:v>
                </c:pt>
                <c:pt idx="5">
                  <c:v>40</c:v>
                </c:pt>
                <c:pt idx="6">
                  <c:v>35</c:v>
                </c:pt>
                <c:pt idx="7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F9-4384-933C-0795CDFBB88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98425744"/>
        <c:axId val="1798432944"/>
      </c:barChart>
      <c:catAx>
        <c:axId val="17984257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 of</a:t>
                </a:r>
                <a:r>
                  <a:rPr lang="en-US" baseline="0"/>
                  <a:t> the day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432944"/>
        <c:crosses val="autoZero"/>
        <c:auto val="1"/>
        <c:lblAlgn val="ctr"/>
        <c:lblOffset val="100"/>
        <c:noMultiLvlLbl val="0"/>
      </c:catAx>
      <c:valAx>
        <c:axId val="1798432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No.of</a:t>
                </a:r>
                <a:r>
                  <a:rPr lang="en-US" baseline="0"/>
                  <a:t> users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42574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613195089744221E-2"/>
          <c:y val="0.22818798071737345"/>
          <c:w val="0.85539508648375473"/>
          <c:h val="0.66116228961792589"/>
        </c:manualLayout>
      </c:layout>
      <c:bubbleChart>
        <c:varyColors val="0"/>
        <c:ser>
          <c:idx val="0"/>
          <c:order val="0"/>
          <c:tx>
            <c:v>No. of stations</c:v>
          </c:tx>
          <c:spPr>
            <a:solidFill>
              <a:schemeClr val="accent1">
                <a:alpha val="75000"/>
              </a:schemeClr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12482E5-654F-4E8F-89D0-9341DDACD1A8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DC2CC77D-9179-45AE-B4E1-1B9EEA708F28}" type="XVALUE">
                      <a:rPr lang="en-US" baseline="0"/>
                      <a:pPr/>
                      <a:t>[X VALUE]</a:t>
                    </a:fld>
                    <a:r>
                      <a:rPr lang="en-US" baseline="0"/>
                      <a:t>, </a:t>
                    </a:r>
                    <a:fld id="{5EA60646-1E01-4AD6-825F-B2B8EE558D2A}" type="YVALUE">
                      <a:rPr lang="en-US" baseline="0"/>
                      <a:pPr/>
                      <a:t>[Y VALUE]</a:t>
                    </a:fld>
                    <a:r>
                      <a:rPr lang="en-US" baseline="0"/>
                      <a:t>, </a:t>
                    </a:r>
                    <a:fld id="{6F8B798B-B8AB-48EE-9EF1-B47BAE45B354}" type="BUBBLESIZE">
                      <a:rPr lang="en-US" baseline="0"/>
                      <a:pPr/>
                      <a:t>[BUBBLE SIZE]</a:t>
                    </a:fld>
                    <a:endParaRPr lang="en-US" baseline="0"/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1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4767-4FD9-A7EA-64CA6102B41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DEE19DE-5394-48AC-B760-3F3835F6F175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27D1822F-E483-4E2D-B57E-69247AEC3D32}" type="XVALUE">
                      <a:rPr lang="en-US" baseline="0"/>
                      <a:pPr/>
                      <a:t>[X VALUE]</a:t>
                    </a:fld>
                    <a:r>
                      <a:rPr lang="en-US" baseline="0"/>
                      <a:t>, </a:t>
                    </a:r>
                    <a:fld id="{1B1C0A84-6200-4EC4-AA73-A129EB83DEB7}" type="YVALUE">
                      <a:rPr lang="en-US" baseline="0"/>
                      <a:pPr/>
                      <a:t>[Y VALUE]</a:t>
                    </a:fld>
                    <a:r>
                      <a:rPr lang="en-US" baseline="0"/>
                      <a:t>, </a:t>
                    </a:r>
                    <a:fld id="{6A76403D-0FF7-47D6-8F20-636CA9CD9CB0}" type="BUBBLESIZE">
                      <a:rPr lang="en-US" baseline="0"/>
                      <a:pPr/>
                      <a:t>[BUBBLE SIZE]</a:t>
                    </a:fld>
                    <a:endParaRPr lang="en-US" baseline="0"/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1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4767-4FD9-A7EA-64CA6102B419}"/>
                </c:ext>
              </c:extLst>
            </c:dLbl>
            <c:dLbl>
              <c:idx val="2"/>
              <c:layout>
                <c:manualLayout>
                  <c:x val="0"/>
                  <c:y val="0.12415680907224558"/>
                </c:manualLayout>
              </c:layout>
              <c:tx>
                <c:rich>
                  <a:bodyPr rot="0" spcFirstLastPara="1" vertOverflow="clip" horzOverflow="clip" vert="horz" wrap="square" lIns="36576" tIns="18288" rIns="36576" bIns="18288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12E2672-A28F-4C98-8916-C2B491CF3579}" type="CELLRANGE">
                      <a:rPr lang="en-US" baseline="0" dirty="0"/>
                      <a:pPr>
                        <a:defRPr/>
                      </a:pPr>
                      <a:t>[CELLRANGE]</a:t>
                    </a:fld>
                    <a:r>
                      <a:rPr lang="en-US" baseline="0" dirty="0"/>
                      <a:t>, </a:t>
                    </a:r>
                    <a:fld id="{98CA7CBE-4078-4022-8B51-5786B2B59259}" type="XVALUE">
                      <a:rPr lang="en-US" baseline="0" dirty="0"/>
                      <a:pPr>
                        <a:defRPr/>
                      </a:pPr>
                      <a:t>[X VALUE]</a:t>
                    </a:fld>
                    <a:r>
                      <a:rPr lang="en-US" baseline="0" dirty="0"/>
                      <a:t>, </a:t>
                    </a:r>
                    <a:fld id="{270217E0-9188-4A94-83D5-F2E627E4418A}" type="YVALUE">
                      <a:rPr lang="en-US" baseline="0" dirty="0"/>
                      <a:pPr>
                        <a:defRPr/>
                      </a:pPr>
                      <a:t>[Y VALUE]</a:t>
                    </a:fld>
                    <a:r>
                      <a:rPr lang="en-US" baseline="0" dirty="0"/>
                      <a:t>, </a:t>
                    </a:r>
                    <a:fld id="{3361D2A7-1804-4773-A371-241F6FB19BD8}" type="BUBBLESIZE">
                      <a:rPr lang="en-US" baseline="0" dirty="0"/>
                      <a:pPr>
                        <a:defRPr/>
                      </a:pPr>
                      <a:t>[BUBBLE SIZE]</a:t>
                    </a:fld>
                    <a:endParaRPr lang="en-US" baseline="0" dirty="0"/>
                  </a:p>
                </c:rich>
              </c:tx>
              <c:spPr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  <a:extLst>
                    <a:ext uri="{C807C97D-BFC1-408E-A445-0C87EB9F89A2}">
                      <ask:lineSketchStyleProps xmlns:ask="http://schemas.microsoft.com/office/drawing/2018/sketchyshapes" sd="0">
                        <a:custGeom>
                          <a:avLst/>
                          <a:gdLst/>
                          <a:ahLst/>
                          <a:cxnLst/>
                          <a:rect l="0" t="0" r="0" b="0"/>
                          <a:pathLst/>
                        </a:custGeom>
                        <ask:type/>
                      </ask:lineSketchStyleProps>
                    </a:ext>
                  </a:extLst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1"/>
              <c:showSerName val="0"/>
              <c:showPercent val="0"/>
              <c:showBubbleSize val="1"/>
              <c:separator>, 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oundRectCallout">
                      <a:avLst>
                        <a:gd name="adj1" fmla="val -37031"/>
                        <a:gd name="adj2" fmla="val -240741"/>
                        <a:gd name="adj3" fmla="val 16667"/>
                      </a:avLst>
                    </a:prstGeom>
                    <a:noFill/>
                    <a:ln>
                      <a:noFill/>
                    </a:ln>
                  </c15:spPr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767-4FD9-A7EA-64CA6102B41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1DDEEBA-D72B-4356-8E4B-D1853F3BD027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E9F2090D-123A-4108-819B-AC7909D6F2A9}" type="XVALUE">
                      <a:rPr lang="en-US" baseline="0"/>
                      <a:pPr/>
                      <a:t>[X VALUE]</a:t>
                    </a:fld>
                    <a:r>
                      <a:rPr lang="en-US" baseline="0"/>
                      <a:t>, </a:t>
                    </a:r>
                    <a:fld id="{E4B192E7-D94F-488E-9002-1A449B134743}" type="YVALUE">
                      <a:rPr lang="en-US" baseline="0"/>
                      <a:pPr/>
                      <a:t>[Y VALUE]</a:t>
                    </a:fld>
                    <a:r>
                      <a:rPr lang="en-US" baseline="0"/>
                      <a:t>, </a:t>
                    </a:r>
                    <a:fld id="{171E87D5-55B7-4F02-8EB8-876F8E640E82}" type="BUBBLESIZE">
                      <a:rPr lang="en-US" baseline="0"/>
                      <a:pPr/>
                      <a:t>[BUBBLE SIZE]</a:t>
                    </a:fld>
                    <a:endParaRPr lang="en-US" baseline="0"/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1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767-4FD9-A7EA-64CA6102B41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B5B7EE95-A637-4EFD-A7DF-C22F7FAD49F0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E33D94FB-022A-4E47-A66B-835012A40D62}" type="XVALUE">
                      <a:rPr lang="en-US" baseline="0"/>
                      <a:pPr/>
                      <a:t>[X VALUE]</a:t>
                    </a:fld>
                    <a:r>
                      <a:rPr lang="en-US" baseline="0"/>
                      <a:t>, </a:t>
                    </a:r>
                    <a:fld id="{696BC8B4-3B15-41B8-B31A-EFBD12117135}" type="YVALUE">
                      <a:rPr lang="en-US" baseline="0"/>
                      <a:pPr/>
                      <a:t>[Y VALUE]</a:t>
                    </a:fld>
                    <a:r>
                      <a:rPr lang="en-US" baseline="0"/>
                      <a:t>, </a:t>
                    </a:r>
                    <a:fld id="{F8440693-0CF6-42CD-948B-ACA667EA0951}" type="BUBBLESIZE">
                      <a:rPr lang="en-US" baseline="0"/>
                      <a:pPr/>
                      <a:t>[BUBBLE SIZE]</a:t>
                    </a:fld>
                    <a:endParaRPr lang="en-US" baseline="0"/>
                  </a:p>
                </c:rich>
              </c:tx>
              <c:dLblPos val="r"/>
              <c:showLegendKey val="0"/>
              <c:showVal val="1"/>
              <c:showCatName val="1"/>
              <c:showSerName val="0"/>
              <c:showPercent val="0"/>
              <c:showBubbleSize val="1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4767-4FD9-A7EA-64CA6102B419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1"/>
            <c:showSerName val="0"/>
            <c:showPercent val="0"/>
            <c:showBubbleSize val="1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oundRectCallou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'Charging Station Utilization'!$Q$106:$Q$110</c:f>
              <c:numCache>
                <c:formatCode>General</c:formatCode>
                <c:ptCount val="5"/>
                <c:pt idx="0">
                  <c:v>352</c:v>
                </c:pt>
                <c:pt idx="1">
                  <c:v>378</c:v>
                </c:pt>
                <c:pt idx="2">
                  <c:v>412</c:v>
                </c:pt>
                <c:pt idx="3">
                  <c:v>380</c:v>
                </c:pt>
                <c:pt idx="4">
                  <c:v>378</c:v>
                </c:pt>
              </c:numCache>
            </c:numRef>
          </c:xVal>
          <c:yVal>
            <c:numRef>
              <c:f>'Charging Station Utilization'!$R$106:$R$110</c:f>
              <c:numCache>
                <c:formatCode>0.00</c:formatCode>
                <c:ptCount val="5"/>
                <c:pt idx="0">
                  <c:v>2.212301136363636</c:v>
                </c:pt>
                <c:pt idx="1">
                  <c:v>2.2662433862433842</c:v>
                </c:pt>
                <c:pt idx="2">
                  <c:v>2.2799999999999998</c:v>
                </c:pt>
                <c:pt idx="3">
                  <c:v>2.1889736842105245</c:v>
                </c:pt>
                <c:pt idx="4">
                  <c:v>2.3996031746031741</c:v>
                </c:pt>
              </c:numCache>
            </c:numRef>
          </c:yVal>
          <c:bubbleSize>
            <c:numRef>
              <c:f>'Charging Station Utilization'!$S$106:$S$110</c:f>
              <c:numCache>
                <c:formatCode>0.00</c:formatCode>
                <c:ptCount val="5"/>
                <c:pt idx="0">
                  <c:v>23.771392045454551</c:v>
                </c:pt>
                <c:pt idx="1">
                  <c:v>22.181534391534374</c:v>
                </c:pt>
                <c:pt idx="2">
                  <c:v>22.660679611650487</c:v>
                </c:pt>
                <c:pt idx="3">
                  <c:v>22.197868421052643</c:v>
                </c:pt>
                <c:pt idx="4">
                  <c:v>21.927724867724876</c:v>
                </c:pt>
              </c:numCache>
            </c:numRef>
          </c:bubbleSize>
          <c:bubble3D val="1"/>
          <c:extLst>
            <c:ext xmlns:c15="http://schemas.microsoft.com/office/drawing/2012/chart" uri="{02D57815-91ED-43cb-92C2-25804820EDAC}">
              <c15:datalabelsRange>
                <c15:f>'Charging Station Utilization'!$P$106:$P$110</c15:f>
                <c15:dlblRangeCache>
                  <c:ptCount val="5"/>
                  <c:pt idx="0">
                    <c:v>Chicago</c:v>
                  </c:pt>
                  <c:pt idx="1">
                    <c:v>Houston</c:v>
                  </c:pt>
                  <c:pt idx="2">
                    <c:v>Los Angeles</c:v>
                  </c:pt>
                  <c:pt idx="3">
                    <c:v>New York</c:v>
                  </c:pt>
                  <c:pt idx="4">
                    <c:v>San Francisco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4767-4FD9-A7EA-64CA6102B419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bubbleScale val="80"/>
        <c:showNegBubbles val="0"/>
        <c:sizeRepresents val="w"/>
        <c:axId val="1763143263"/>
        <c:axId val="1763139423"/>
      </c:bubbleChart>
      <c:valAx>
        <c:axId val="17631432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3139423"/>
        <c:crosses val="autoZero"/>
        <c:crossBetween val="midCat"/>
      </c:valAx>
      <c:valAx>
        <c:axId val="1763139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charging duration (hrs)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31432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[EV.xlsm]Charging Cost Sensitivity!PivotTable4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'Charging Cost Sensitivity'!$AA$9</c:f>
              <c:strCache>
                <c:ptCount val="1"/>
                <c:pt idx="0">
                  <c:v>No. of users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Cost Sensitivity'!$Z$10:$Z$22</c:f>
              <c:strCache>
                <c:ptCount val="12"/>
                <c:pt idx="0">
                  <c:v>&lt;1 or (blank)</c:v>
                </c:pt>
                <c:pt idx="1">
                  <c:v>1-11</c:v>
                </c:pt>
                <c:pt idx="2">
                  <c:v>11-21</c:v>
                </c:pt>
                <c:pt idx="3">
                  <c:v>21-31</c:v>
                </c:pt>
                <c:pt idx="4">
                  <c:v>31-41</c:v>
                </c:pt>
                <c:pt idx="5">
                  <c:v>41-51</c:v>
                </c:pt>
                <c:pt idx="6">
                  <c:v>51-61</c:v>
                </c:pt>
                <c:pt idx="7">
                  <c:v>61-71</c:v>
                </c:pt>
                <c:pt idx="8">
                  <c:v>71-81</c:v>
                </c:pt>
                <c:pt idx="9">
                  <c:v>81-91</c:v>
                </c:pt>
                <c:pt idx="10">
                  <c:v>91-101</c:v>
                </c:pt>
                <c:pt idx="11">
                  <c:v>&gt;101</c:v>
                </c:pt>
              </c:strCache>
            </c:strRef>
          </c:cat>
          <c:val>
            <c:numRef>
              <c:f>'Charging Cost Sensitivity'!$AA$10:$AA$22</c:f>
              <c:numCache>
                <c:formatCode>General</c:formatCode>
                <c:ptCount val="12"/>
                <c:pt idx="0">
                  <c:v>99</c:v>
                </c:pt>
                <c:pt idx="1">
                  <c:v>319</c:v>
                </c:pt>
                <c:pt idx="2">
                  <c:v>417</c:v>
                </c:pt>
                <c:pt idx="3">
                  <c:v>354</c:v>
                </c:pt>
                <c:pt idx="4">
                  <c:v>392</c:v>
                </c:pt>
                <c:pt idx="5">
                  <c:v>304</c:v>
                </c:pt>
                <c:pt idx="6">
                  <c:v>6</c:v>
                </c:pt>
                <c:pt idx="7">
                  <c:v>4</c:v>
                </c:pt>
                <c:pt idx="8">
                  <c:v>3</c:v>
                </c:pt>
                <c:pt idx="9">
                  <c:v>0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CD-45FA-9583-9D39527D9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71771327"/>
        <c:axId val="671764607"/>
      </c:barChart>
      <c:lineChart>
        <c:grouping val="standard"/>
        <c:varyColors val="0"/>
        <c:ser>
          <c:idx val="2"/>
          <c:order val="2"/>
          <c:tx>
            <c:strRef>
              <c:f>'Charging Cost Sensitivity'!$AC$9</c:f>
              <c:strCache>
                <c:ptCount val="1"/>
                <c:pt idx="0">
                  <c:v>Average Charging Cost_USD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9"/>
              <c:layout>
                <c:manualLayout>
                  <c:x val="-2.4562271640583794E-2"/>
                  <c:y val="-6.87643771812221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644-422E-9F57-945F7D9E5B1F}"/>
                </c:ext>
              </c:extLst>
            </c:dLbl>
            <c:dLbl>
              <c:idx val="11"/>
              <c:layout>
                <c:manualLayout>
                  <c:x val="-2.0670195142177855E-2"/>
                  <c:y val="-5.42838655364773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644-422E-9F57-945F7D9E5B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Cost Sensitivity'!$Z$10:$Z$22</c:f>
              <c:strCache>
                <c:ptCount val="12"/>
                <c:pt idx="0">
                  <c:v>&lt;1 or (blank)</c:v>
                </c:pt>
                <c:pt idx="1">
                  <c:v>1-11</c:v>
                </c:pt>
                <c:pt idx="2">
                  <c:v>11-21</c:v>
                </c:pt>
                <c:pt idx="3">
                  <c:v>21-31</c:v>
                </c:pt>
                <c:pt idx="4">
                  <c:v>31-41</c:v>
                </c:pt>
                <c:pt idx="5">
                  <c:v>41-51</c:v>
                </c:pt>
                <c:pt idx="6">
                  <c:v>51-61</c:v>
                </c:pt>
                <c:pt idx="7">
                  <c:v>61-71</c:v>
                </c:pt>
                <c:pt idx="8">
                  <c:v>71-81</c:v>
                </c:pt>
                <c:pt idx="9">
                  <c:v>81-91</c:v>
                </c:pt>
                <c:pt idx="10">
                  <c:v>91-101</c:v>
                </c:pt>
                <c:pt idx="11">
                  <c:v>&gt;101</c:v>
                </c:pt>
              </c:strCache>
            </c:strRef>
          </c:cat>
          <c:val>
            <c:numRef>
              <c:f>'Charging Cost Sensitivity'!$AC$10:$AC$22</c:f>
              <c:numCache>
                <c:formatCode>"$"#,##0.00</c:formatCode>
                <c:ptCount val="12"/>
                <c:pt idx="0">
                  <c:v>23.582121212121208</c:v>
                </c:pt>
                <c:pt idx="1">
                  <c:v>23.221724137931037</c:v>
                </c:pt>
                <c:pt idx="2">
                  <c:v>22.449520383693059</c:v>
                </c:pt>
                <c:pt idx="3">
                  <c:v>21.255847457627098</c:v>
                </c:pt>
                <c:pt idx="4">
                  <c:v>22.729693877551036</c:v>
                </c:pt>
                <c:pt idx="5">
                  <c:v>23.00200657894738</c:v>
                </c:pt>
                <c:pt idx="6">
                  <c:v>16.353333333333335</c:v>
                </c:pt>
                <c:pt idx="7">
                  <c:v>26.4025</c:v>
                </c:pt>
                <c:pt idx="8">
                  <c:v>17.086666666666666</c:v>
                </c:pt>
                <c:pt idx="9">
                  <c:v>0</c:v>
                </c:pt>
                <c:pt idx="10">
                  <c:v>13.1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CD-45FA-9583-9D39527D9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1771327"/>
        <c:axId val="671764607"/>
      </c:lineChart>
      <c:lineChart>
        <c:grouping val="standard"/>
        <c:varyColors val="0"/>
        <c:ser>
          <c:idx val="1"/>
          <c:order val="1"/>
          <c:tx>
            <c:strRef>
              <c:f>'Charging Cost Sensitivity'!$AB$9</c:f>
              <c:strCache>
                <c:ptCount val="1"/>
                <c:pt idx="0">
                  <c:v>Average Charging Duration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Cost Sensitivity'!$Z$10:$Z$22</c:f>
              <c:strCache>
                <c:ptCount val="12"/>
                <c:pt idx="0">
                  <c:v>&lt;1 or (blank)</c:v>
                </c:pt>
                <c:pt idx="1">
                  <c:v>1-11</c:v>
                </c:pt>
                <c:pt idx="2">
                  <c:v>11-21</c:v>
                </c:pt>
                <c:pt idx="3">
                  <c:v>21-31</c:v>
                </c:pt>
                <c:pt idx="4">
                  <c:v>31-41</c:v>
                </c:pt>
                <c:pt idx="5">
                  <c:v>41-51</c:v>
                </c:pt>
                <c:pt idx="6">
                  <c:v>51-61</c:v>
                </c:pt>
                <c:pt idx="7">
                  <c:v>61-71</c:v>
                </c:pt>
                <c:pt idx="8">
                  <c:v>71-81</c:v>
                </c:pt>
                <c:pt idx="9">
                  <c:v>81-91</c:v>
                </c:pt>
                <c:pt idx="10">
                  <c:v>91-101</c:v>
                </c:pt>
                <c:pt idx="11">
                  <c:v>&gt;101</c:v>
                </c:pt>
              </c:strCache>
            </c:strRef>
          </c:cat>
          <c:val>
            <c:numRef>
              <c:f>'Charging Cost Sensitivity'!$AB$10:$AB$22</c:f>
              <c:numCache>
                <c:formatCode>0.00</c:formatCode>
                <c:ptCount val="12"/>
                <c:pt idx="0">
                  <c:v>1.9957575757575765</c:v>
                </c:pt>
                <c:pt idx="1">
                  <c:v>2.3670532915360494</c:v>
                </c:pt>
                <c:pt idx="2">
                  <c:v>2.2381055155875305</c:v>
                </c:pt>
                <c:pt idx="3">
                  <c:v>2.3047457627118653</c:v>
                </c:pt>
                <c:pt idx="4">
                  <c:v>2.279438775510203</c:v>
                </c:pt>
                <c:pt idx="5">
                  <c:v>2.2517763157894719</c:v>
                </c:pt>
                <c:pt idx="6">
                  <c:v>2.4483333333333337</c:v>
                </c:pt>
                <c:pt idx="7">
                  <c:v>2.3975</c:v>
                </c:pt>
                <c:pt idx="8">
                  <c:v>2.5566666666666666</c:v>
                </c:pt>
                <c:pt idx="9">
                  <c:v>0</c:v>
                </c:pt>
                <c:pt idx="10">
                  <c:v>0.86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2CD-45FA-9583-9D39527D9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8847824"/>
        <c:axId val="1958850224"/>
      </c:lineChart>
      <c:catAx>
        <c:axId val="6717713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Charging Rate kw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1764607"/>
        <c:crosses val="autoZero"/>
        <c:auto val="1"/>
        <c:lblAlgn val="ctr"/>
        <c:lblOffset val="100"/>
        <c:noMultiLvlLbl val="0"/>
      </c:catAx>
      <c:valAx>
        <c:axId val="671764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 of users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1771327"/>
        <c:crosses val="autoZero"/>
        <c:crossBetween val="between"/>
        <c:majorUnit val="20"/>
      </c:valAx>
      <c:valAx>
        <c:axId val="195885022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Avg charging duration</a:t>
                </a:r>
              </a:p>
            </c:rich>
          </c:tx>
          <c:layout>
            <c:manualLayout>
              <c:xMode val="edge"/>
              <c:yMode val="edge"/>
              <c:x val="0.73521519147943748"/>
              <c:y val="0.29430803772914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8847824"/>
        <c:crosses val="max"/>
        <c:crossBetween val="between"/>
      </c:valAx>
      <c:catAx>
        <c:axId val="19588478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588502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5879474955815716"/>
          <c:y val="0.22905109891310649"/>
          <c:w val="0.11525807378580238"/>
          <c:h val="0.356281777074233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[EV.xlsm]Charging Cost Sensitivity!PivotTable5</c:name>
    <c:fmtId val="1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'Charging Cost Sensitivity'!$AA$28</c:f>
              <c:strCache>
                <c:ptCount val="1"/>
                <c:pt idx="0">
                  <c:v>No. of users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Cost Sensitivity'!$Z$29:$Z$38</c:f>
              <c:strCache>
                <c:ptCount val="9"/>
                <c:pt idx="0">
                  <c:v>&lt;0</c:v>
                </c:pt>
                <c:pt idx="1">
                  <c:v>0-10</c:v>
                </c:pt>
                <c:pt idx="2">
                  <c:v>10-20</c:v>
                </c:pt>
                <c:pt idx="3">
                  <c:v>20-30</c:v>
                </c:pt>
                <c:pt idx="4">
                  <c:v>30-40</c:v>
                </c:pt>
                <c:pt idx="5">
                  <c:v>40-50</c:v>
                </c:pt>
                <c:pt idx="6">
                  <c:v>50-60</c:v>
                </c:pt>
                <c:pt idx="7">
                  <c:v>60-70</c:v>
                </c:pt>
                <c:pt idx="8">
                  <c:v>70-80</c:v>
                </c:pt>
              </c:strCache>
            </c:strRef>
          </c:cat>
          <c:val>
            <c:numRef>
              <c:f>'Charging Cost Sensitivity'!$AA$29:$AA$38</c:f>
              <c:numCache>
                <c:formatCode>General</c:formatCode>
                <c:ptCount val="9"/>
                <c:pt idx="0">
                  <c:v>368</c:v>
                </c:pt>
                <c:pt idx="1">
                  <c:v>402</c:v>
                </c:pt>
                <c:pt idx="2">
                  <c:v>382</c:v>
                </c:pt>
                <c:pt idx="3">
                  <c:v>352</c:v>
                </c:pt>
                <c:pt idx="4">
                  <c:v>380</c:v>
                </c:pt>
                <c:pt idx="5">
                  <c:v>9</c:v>
                </c:pt>
                <c:pt idx="6">
                  <c:v>4</c:v>
                </c:pt>
                <c:pt idx="7">
                  <c:v>1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47-4D98-A7D2-2BBA8E75E3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050665279"/>
        <c:axId val="2050675359"/>
      </c:barChart>
      <c:lineChart>
        <c:grouping val="standard"/>
        <c:varyColors val="0"/>
        <c:ser>
          <c:idx val="2"/>
          <c:order val="2"/>
          <c:tx>
            <c:strRef>
              <c:f>'Charging Cost Sensitivity'!$AC$28</c:f>
              <c:strCache>
                <c:ptCount val="1"/>
                <c:pt idx="0">
                  <c:v>Average Charging Cost_USD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Cost Sensitivity'!$Z$29:$Z$38</c:f>
              <c:strCache>
                <c:ptCount val="9"/>
                <c:pt idx="0">
                  <c:v>&lt;0</c:v>
                </c:pt>
                <c:pt idx="1">
                  <c:v>0-10</c:v>
                </c:pt>
                <c:pt idx="2">
                  <c:v>10-20</c:v>
                </c:pt>
                <c:pt idx="3">
                  <c:v>20-30</c:v>
                </c:pt>
                <c:pt idx="4">
                  <c:v>30-40</c:v>
                </c:pt>
                <c:pt idx="5">
                  <c:v>40-50</c:v>
                </c:pt>
                <c:pt idx="6">
                  <c:v>50-60</c:v>
                </c:pt>
                <c:pt idx="7">
                  <c:v>60-70</c:v>
                </c:pt>
                <c:pt idx="8">
                  <c:v>70-80</c:v>
                </c:pt>
              </c:strCache>
            </c:strRef>
          </c:cat>
          <c:val>
            <c:numRef>
              <c:f>'Charging Cost Sensitivity'!$AC$29:$AC$38</c:f>
              <c:numCache>
                <c:formatCode>"$"#,##0.00</c:formatCode>
                <c:ptCount val="9"/>
                <c:pt idx="0">
                  <c:v>22.213315217391294</c:v>
                </c:pt>
                <c:pt idx="1">
                  <c:v>21.61176616915423</c:v>
                </c:pt>
                <c:pt idx="2">
                  <c:v>22.196151832460735</c:v>
                </c:pt>
                <c:pt idx="3">
                  <c:v>23.312443181818193</c:v>
                </c:pt>
                <c:pt idx="4">
                  <c:v>23.202210526315813</c:v>
                </c:pt>
                <c:pt idx="5">
                  <c:v>24.367777777777775</c:v>
                </c:pt>
                <c:pt idx="6">
                  <c:v>28.585000000000001</c:v>
                </c:pt>
                <c:pt idx="7">
                  <c:v>38.130000000000003</c:v>
                </c:pt>
                <c:pt idx="8">
                  <c:v>38.130000000000003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47-4D98-A7D2-2BBA8E75E3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50665279"/>
        <c:axId val="2050675359"/>
      </c:lineChart>
      <c:lineChart>
        <c:grouping val="standard"/>
        <c:varyColors val="0"/>
        <c:ser>
          <c:idx val="1"/>
          <c:order val="1"/>
          <c:tx>
            <c:strRef>
              <c:f>'Charging Cost Sensitivity'!$AB$28</c:f>
              <c:strCache>
                <c:ptCount val="1"/>
                <c:pt idx="0">
                  <c:v>Average Charging Duration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Cost Sensitivity'!$Z$29:$Z$38</c:f>
              <c:strCache>
                <c:ptCount val="9"/>
                <c:pt idx="0">
                  <c:v>&lt;0</c:v>
                </c:pt>
                <c:pt idx="1">
                  <c:v>0-10</c:v>
                </c:pt>
                <c:pt idx="2">
                  <c:v>10-20</c:v>
                </c:pt>
                <c:pt idx="3">
                  <c:v>20-30</c:v>
                </c:pt>
                <c:pt idx="4">
                  <c:v>30-40</c:v>
                </c:pt>
                <c:pt idx="5">
                  <c:v>40-50</c:v>
                </c:pt>
                <c:pt idx="6">
                  <c:v>50-60</c:v>
                </c:pt>
                <c:pt idx="7">
                  <c:v>60-70</c:v>
                </c:pt>
                <c:pt idx="8">
                  <c:v>70-80</c:v>
                </c:pt>
              </c:strCache>
            </c:strRef>
          </c:cat>
          <c:val>
            <c:numRef>
              <c:f>'Charging Cost Sensitivity'!$AB$29:$AB$38</c:f>
              <c:numCache>
                <c:formatCode>0.00</c:formatCode>
                <c:ptCount val="9"/>
                <c:pt idx="0">
                  <c:v>2.325597826086955</c:v>
                </c:pt>
                <c:pt idx="1">
                  <c:v>2.3335572139303453</c:v>
                </c:pt>
                <c:pt idx="2">
                  <c:v>2.2742146596858643</c:v>
                </c:pt>
                <c:pt idx="3">
                  <c:v>2.2416761363636355</c:v>
                </c:pt>
                <c:pt idx="4">
                  <c:v>2.1795789473684213</c:v>
                </c:pt>
                <c:pt idx="5">
                  <c:v>1.9200000000000002</c:v>
                </c:pt>
                <c:pt idx="6">
                  <c:v>2.165</c:v>
                </c:pt>
                <c:pt idx="7">
                  <c:v>3</c:v>
                </c:pt>
                <c:pt idx="8">
                  <c:v>2.34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47-4D98-A7D2-2BBA8E75E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8889104"/>
        <c:axId val="1958875664"/>
      </c:lineChart>
      <c:catAx>
        <c:axId val="20506652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Temperature (C)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0675359"/>
        <c:crosses val="autoZero"/>
        <c:auto val="1"/>
        <c:lblAlgn val="ctr"/>
        <c:lblOffset val="100"/>
        <c:noMultiLvlLbl val="0"/>
      </c:catAx>
      <c:valAx>
        <c:axId val="2050675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Charging Cost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0665279"/>
        <c:crosses val="autoZero"/>
        <c:crossBetween val="between"/>
      </c:valAx>
      <c:valAx>
        <c:axId val="195887566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charging duration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8889104"/>
        <c:crosses val="max"/>
        <c:crossBetween val="between"/>
      </c:valAx>
      <c:catAx>
        <c:axId val="1958889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588756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062227029962011"/>
          <c:y val="0.23550386295756917"/>
          <c:w val="0.14336593897070241"/>
          <c:h val="0.37244045121319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[EV.xlsm]Driver Behavior Profiling!PivotTable6</c:name>
    <c:fmtId val="3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'Driver Behavior Profiling'!$L$12</c:f>
              <c:strCache>
                <c:ptCount val="1"/>
                <c:pt idx="0">
                  <c:v>No. of users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'Driver Behavior Profiling'!$K$13:$K$16</c:f>
              <c:strCache>
                <c:ptCount val="3"/>
                <c:pt idx="0">
                  <c:v>Casual Driver</c:v>
                </c:pt>
                <c:pt idx="1">
                  <c:v>Commuter</c:v>
                </c:pt>
                <c:pt idx="2">
                  <c:v>Long-Distance Traveler</c:v>
                </c:pt>
              </c:strCache>
            </c:strRef>
          </c:cat>
          <c:val>
            <c:numRef>
              <c:f>'Driver Behavior Profiling'!$L$13:$L$16</c:f>
              <c:numCache>
                <c:formatCode>General</c:formatCode>
                <c:ptCount val="3"/>
                <c:pt idx="0">
                  <c:v>599</c:v>
                </c:pt>
                <c:pt idx="1">
                  <c:v>675</c:v>
                </c:pt>
                <c:pt idx="2">
                  <c:v>626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F6-41F8-998A-446F48C8FF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4972352"/>
        <c:axId val="474980032"/>
      </c:barChart>
      <c:lineChart>
        <c:grouping val="standard"/>
        <c:varyColors val="0"/>
        <c:ser>
          <c:idx val="1"/>
          <c:order val="1"/>
          <c:tx>
            <c:strRef>
              <c:f>'Driver Behavior Profiling'!$M$12</c:f>
              <c:strCache>
                <c:ptCount val="1"/>
                <c:pt idx="0">
                  <c:v>Average Charging duration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'Driver Behavior Profiling'!$K$13:$K$16</c:f>
              <c:strCache>
                <c:ptCount val="3"/>
                <c:pt idx="0">
                  <c:v>Casual Driver</c:v>
                </c:pt>
                <c:pt idx="1">
                  <c:v>Commuter</c:v>
                </c:pt>
                <c:pt idx="2">
                  <c:v>Long-Distance Traveler</c:v>
                </c:pt>
              </c:strCache>
            </c:strRef>
          </c:cat>
          <c:val>
            <c:numRef>
              <c:f>'Driver Behavior Profiling'!$M$13:$M$16</c:f>
              <c:numCache>
                <c:formatCode>0.00</c:formatCode>
                <c:ptCount val="3"/>
                <c:pt idx="0">
                  <c:v>2.2942737896494143</c:v>
                </c:pt>
                <c:pt idx="1">
                  <c:v>2.2960592592592621</c:v>
                </c:pt>
                <c:pt idx="2">
                  <c:v>2.2196166134185322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F6-41F8-998A-446F48C8FF30}"/>
            </c:ext>
          </c:extLst>
        </c:ser>
        <c:ser>
          <c:idx val="2"/>
          <c:order val="2"/>
          <c:tx>
            <c:strRef>
              <c:f>'Driver Behavior Profiling'!$N$12</c:f>
              <c:strCache>
                <c:ptCount val="1"/>
                <c:pt idx="0">
                  <c:v>Average Charging cost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'Driver Behavior Profiling'!$K$13:$K$16</c:f>
              <c:strCache>
                <c:ptCount val="3"/>
                <c:pt idx="0">
                  <c:v>Casual Driver</c:v>
                </c:pt>
                <c:pt idx="1">
                  <c:v>Commuter</c:v>
                </c:pt>
                <c:pt idx="2">
                  <c:v>Long-Distance Traveler</c:v>
                </c:pt>
              </c:strCache>
            </c:strRef>
          </c:cat>
          <c:val>
            <c:numRef>
              <c:f>'Driver Behavior Profiling'!$N$13:$N$16</c:f>
              <c:numCache>
                <c:formatCode>"$"#,##0.00</c:formatCode>
                <c:ptCount val="3"/>
                <c:pt idx="0">
                  <c:v>22.449482470784613</c:v>
                </c:pt>
                <c:pt idx="1">
                  <c:v>22.720637037037047</c:v>
                </c:pt>
                <c:pt idx="2">
                  <c:v>22.409824281150165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F6-41F8-998A-446F48C8FF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6686912"/>
        <c:axId val="366703712"/>
      </c:lineChart>
      <c:catAx>
        <c:axId val="3666869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User</a:t>
                </a:r>
                <a:r>
                  <a:rPr lang="en-US" baseline="0"/>
                  <a:t>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703712"/>
        <c:crosses val="autoZero"/>
        <c:auto val="1"/>
        <c:lblAlgn val="ctr"/>
        <c:lblOffset val="100"/>
        <c:noMultiLvlLbl val="0"/>
      </c:catAx>
      <c:valAx>
        <c:axId val="366703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Charging</a:t>
                </a:r>
                <a:r>
                  <a:rPr lang="en-US" baseline="0"/>
                  <a:t> cost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686912"/>
        <c:crosses val="autoZero"/>
        <c:crossBetween val="between"/>
        <c:majorUnit val="2"/>
      </c:valAx>
      <c:valAx>
        <c:axId val="47498003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</a:t>
                </a:r>
                <a:r>
                  <a:rPr lang="en-US" baseline="0"/>
                  <a:t> of users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972352"/>
        <c:crosses val="max"/>
        <c:crossBetween val="between"/>
      </c:valAx>
      <c:catAx>
        <c:axId val="4749723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498003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[EV.xlsm]Driver Behavior Profiling!PivotTable7</c:name>
    <c:fmtId val="37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362022887371011"/>
          <c:y val="0.15661872891703682"/>
          <c:w val="0.50887573515116169"/>
          <c:h val="0.67365736041442892"/>
        </c:manualLayout>
      </c:layout>
      <c:lineChart>
        <c:grouping val="standard"/>
        <c:varyColors val="0"/>
        <c:ser>
          <c:idx val="0"/>
          <c:order val="0"/>
          <c:tx>
            <c:strRef>
              <c:f>'Driver Behavior Profiling'!$L$25</c:f>
              <c:strCache>
                <c:ptCount val="1"/>
                <c:pt idx="0">
                  <c:v>Average of Battery_Capacity_kWh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'Driver Behavior Profiling'!$K$26:$K$49</c:f>
              <c:strCache>
                <c:ptCount val="23"/>
                <c:pt idx="0">
                  <c:v>Audi</c:v>
                </c:pt>
                <c:pt idx="1">
                  <c:v>BMW</c:v>
                </c:pt>
                <c:pt idx="2">
                  <c:v>Chevy</c:v>
                </c:pt>
                <c:pt idx="3">
                  <c:v>Fiat</c:v>
                </c:pt>
                <c:pt idx="4">
                  <c:v>Ford</c:v>
                </c:pt>
                <c:pt idx="5">
                  <c:v>Genesis</c:v>
                </c:pt>
                <c:pt idx="6">
                  <c:v>Honda</c:v>
                </c:pt>
                <c:pt idx="7">
                  <c:v>Hyundai</c:v>
                </c:pt>
                <c:pt idx="8">
                  <c:v>Jaguar</c:v>
                </c:pt>
                <c:pt idx="9">
                  <c:v>Kia</c:v>
                </c:pt>
                <c:pt idx="10">
                  <c:v>Lucid</c:v>
                </c:pt>
                <c:pt idx="11">
                  <c:v>Mazda</c:v>
                </c:pt>
                <c:pt idx="12">
                  <c:v>Mercedes</c:v>
                </c:pt>
                <c:pt idx="13">
                  <c:v>Mini</c:v>
                </c:pt>
                <c:pt idx="14">
                  <c:v>Nissan</c:v>
                </c:pt>
                <c:pt idx="15">
                  <c:v>Polestar</c:v>
                </c:pt>
                <c:pt idx="16">
                  <c:v>Porsche</c:v>
                </c:pt>
                <c:pt idx="17">
                  <c:v>Rivian</c:v>
                </c:pt>
                <c:pt idx="18">
                  <c:v>Subaru</c:v>
                </c:pt>
                <c:pt idx="19">
                  <c:v>Tesla</c:v>
                </c:pt>
                <c:pt idx="20">
                  <c:v>Toyota</c:v>
                </c:pt>
                <c:pt idx="21">
                  <c:v>Volkswagen</c:v>
                </c:pt>
                <c:pt idx="22">
                  <c:v>Volvo</c:v>
                </c:pt>
              </c:strCache>
            </c:strRef>
          </c:cat>
          <c:val>
            <c:numRef>
              <c:f>'Driver Behavior Profiling'!$L$26:$L$49</c:f>
              <c:numCache>
                <c:formatCode>0.00</c:formatCode>
                <c:ptCount val="23"/>
                <c:pt idx="0">
                  <c:v>76.406999999999996</c:v>
                </c:pt>
                <c:pt idx="1">
                  <c:v>75.892013201320125</c:v>
                </c:pt>
                <c:pt idx="2">
                  <c:v>74.394440559440568</c:v>
                </c:pt>
                <c:pt idx="3">
                  <c:v>83.183571428571426</c:v>
                </c:pt>
                <c:pt idx="4">
                  <c:v>72.221333333333334</c:v>
                </c:pt>
                <c:pt idx="5">
                  <c:v>76.886428571428567</c:v>
                </c:pt>
                <c:pt idx="6">
                  <c:v>76.424999999999997</c:v>
                </c:pt>
                <c:pt idx="7">
                  <c:v>75.908424437299033</c:v>
                </c:pt>
                <c:pt idx="8">
                  <c:v>80.672142857142845</c:v>
                </c:pt>
                <c:pt idx="9">
                  <c:v>81.186666666666682</c:v>
                </c:pt>
                <c:pt idx="10">
                  <c:v>78.365714285714276</c:v>
                </c:pt>
                <c:pt idx="11">
                  <c:v>79.516428571428577</c:v>
                </c:pt>
                <c:pt idx="12">
                  <c:v>68.186190476190475</c:v>
                </c:pt>
                <c:pt idx="13">
                  <c:v>74.146428571428586</c:v>
                </c:pt>
                <c:pt idx="14">
                  <c:v>72.797563636363634</c:v>
                </c:pt>
                <c:pt idx="15">
                  <c:v>80.60107142857143</c:v>
                </c:pt>
                <c:pt idx="16">
                  <c:v>81.782857142857139</c:v>
                </c:pt>
                <c:pt idx="17">
                  <c:v>75.978571428571428</c:v>
                </c:pt>
                <c:pt idx="18">
                  <c:v>74.353571428571428</c:v>
                </c:pt>
                <c:pt idx="19">
                  <c:v>74.303029411764683</c:v>
                </c:pt>
                <c:pt idx="20">
                  <c:v>69.455714285714279</c:v>
                </c:pt>
                <c:pt idx="21">
                  <c:v>77.599999999999994</c:v>
                </c:pt>
                <c:pt idx="22">
                  <c:v>74.453571428571422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E4-4675-8B26-61DBC8BC0E57}"/>
            </c:ext>
          </c:extLst>
        </c:ser>
        <c:ser>
          <c:idx val="1"/>
          <c:order val="1"/>
          <c:tx>
            <c:strRef>
              <c:f>'Driver Behavior Profiling'!$M$25</c:f>
              <c:strCache>
                <c:ptCount val="1"/>
                <c:pt idx="0">
                  <c:v>Average of Energy_Consumed_kWh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'Driver Behavior Profiling'!$K$26:$K$49</c:f>
              <c:strCache>
                <c:ptCount val="23"/>
                <c:pt idx="0">
                  <c:v>Audi</c:v>
                </c:pt>
                <c:pt idx="1">
                  <c:v>BMW</c:v>
                </c:pt>
                <c:pt idx="2">
                  <c:v>Chevy</c:v>
                </c:pt>
                <c:pt idx="3">
                  <c:v>Fiat</c:v>
                </c:pt>
                <c:pt idx="4">
                  <c:v>Ford</c:v>
                </c:pt>
                <c:pt idx="5">
                  <c:v>Genesis</c:v>
                </c:pt>
                <c:pt idx="6">
                  <c:v>Honda</c:v>
                </c:pt>
                <c:pt idx="7">
                  <c:v>Hyundai</c:v>
                </c:pt>
                <c:pt idx="8">
                  <c:v>Jaguar</c:v>
                </c:pt>
                <c:pt idx="9">
                  <c:v>Kia</c:v>
                </c:pt>
                <c:pt idx="10">
                  <c:v>Lucid</c:v>
                </c:pt>
                <c:pt idx="11">
                  <c:v>Mazda</c:v>
                </c:pt>
                <c:pt idx="12">
                  <c:v>Mercedes</c:v>
                </c:pt>
                <c:pt idx="13">
                  <c:v>Mini</c:v>
                </c:pt>
                <c:pt idx="14">
                  <c:v>Nissan</c:v>
                </c:pt>
                <c:pt idx="15">
                  <c:v>Polestar</c:v>
                </c:pt>
                <c:pt idx="16">
                  <c:v>Porsche</c:v>
                </c:pt>
                <c:pt idx="17">
                  <c:v>Rivian</c:v>
                </c:pt>
                <c:pt idx="18">
                  <c:v>Subaru</c:v>
                </c:pt>
                <c:pt idx="19">
                  <c:v>Tesla</c:v>
                </c:pt>
                <c:pt idx="20">
                  <c:v>Toyota</c:v>
                </c:pt>
                <c:pt idx="21">
                  <c:v>Volkswagen</c:v>
                </c:pt>
                <c:pt idx="22">
                  <c:v>Volvo</c:v>
                </c:pt>
              </c:strCache>
            </c:strRef>
          </c:cat>
          <c:val>
            <c:numRef>
              <c:f>'Driver Behavior Profiling'!$M$26:$M$49</c:f>
              <c:numCache>
                <c:formatCode>0.00</c:formatCode>
                <c:ptCount val="23"/>
                <c:pt idx="0">
                  <c:v>34.237777777777779</c:v>
                </c:pt>
                <c:pt idx="1">
                  <c:v>42.727576791808886</c:v>
                </c:pt>
                <c:pt idx="2">
                  <c:v>40.454981684981696</c:v>
                </c:pt>
                <c:pt idx="3">
                  <c:v>38.119999999999997</c:v>
                </c:pt>
                <c:pt idx="4">
                  <c:v>40.474137931034477</c:v>
                </c:pt>
                <c:pt idx="5">
                  <c:v>44.07555555555556</c:v>
                </c:pt>
                <c:pt idx="6">
                  <c:v>37.005714285714291</c:v>
                </c:pt>
                <c:pt idx="7">
                  <c:v>42.905616438356176</c:v>
                </c:pt>
                <c:pt idx="8">
                  <c:v>41.429285714285712</c:v>
                </c:pt>
                <c:pt idx="9">
                  <c:v>35.39266666666667</c:v>
                </c:pt>
                <c:pt idx="10">
                  <c:v>33.783846153846156</c:v>
                </c:pt>
                <c:pt idx="11">
                  <c:v>44.602857142857147</c:v>
                </c:pt>
                <c:pt idx="12">
                  <c:v>42.857500000000002</c:v>
                </c:pt>
                <c:pt idx="13">
                  <c:v>44.48357142857143</c:v>
                </c:pt>
                <c:pt idx="14">
                  <c:v>42.374214559387006</c:v>
                </c:pt>
                <c:pt idx="15">
                  <c:v>45.419642857142854</c:v>
                </c:pt>
                <c:pt idx="16">
                  <c:v>37.733333333333327</c:v>
                </c:pt>
                <c:pt idx="17">
                  <c:v>42.598846153846161</c:v>
                </c:pt>
                <c:pt idx="18">
                  <c:v>41.628461538461544</c:v>
                </c:pt>
                <c:pt idx="19">
                  <c:v>44.081770186335426</c:v>
                </c:pt>
                <c:pt idx="20">
                  <c:v>36.953076923076921</c:v>
                </c:pt>
                <c:pt idx="21">
                  <c:v>45.518571428571427</c:v>
                </c:pt>
                <c:pt idx="22">
                  <c:v>40.77600000000001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E4-4675-8B26-61DBC8BC0E57}"/>
            </c:ext>
          </c:extLst>
        </c:ser>
        <c:ser>
          <c:idx val="2"/>
          <c:order val="2"/>
          <c:tx>
            <c:strRef>
              <c:f>'Driver Behavior Profiling'!$N$25</c:f>
              <c:strCache>
                <c:ptCount val="1"/>
                <c:pt idx="0">
                  <c:v>Average of Charging_Duration_hours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'Driver Behavior Profiling'!$K$26:$K$49</c:f>
              <c:strCache>
                <c:ptCount val="23"/>
                <c:pt idx="0">
                  <c:v>Audi</c:v>
                </c:pt>
                <c:pt idx="1">
                  <c:v>BMW</c:v>
                </c:pt>
                <c:pt idx="2">
                  <c:v>Chevy</c:v>
                </c:pt>
                <c:pt idx="3">
                  <c:v>Fiat</c:v>
                </c:pt>
                <c:pt idx="4">
                  <c:v>Ford</c:v>
                </c:pt>
                <c:pt idx="5">
                  <c:v>Genesis</c:v>
                </c:pt>
                <c:pt idx="6">
                  <c:v>Honda</c:v>
                </c:pt>
                <c:pt idx="7">
                  <c:v>Hyundai</c:v>
                </c:pt>
                <c:pt idx="8">
                  <c:v>Jaguar</c:v>
                </c:pt>
                <c:pt idx="9">
                  <c:v>Kia</c:v>
                </c:pt>
                <c:pt idx="10">
                  <c:v>Lucid</c:v>
                </c:pt>
                <c:pt idx="11">
                  <c:v>Mazda</c:v>
                </c:pt>
                <c:pt idx="12">
                  <c:v>Mercedes</c:v>
                </c:pt>
                <c:pt idx="13">
                  <c:v>Mini</c:v>
                </c:pt>
                <c:pt idx="14">
                  <c:v>Nissan</c:v>
                </c:pt>
                <c:pt idx="15">
                  <c:v>Polestar</c:v>
                </c:pt>
                <c:pt idx="16">
                  <c:v>Porsche</c:v>
                </c:pt>
                <c:pt idx="17">
                  <c:v>Rivian</c:v>
                </c:pt>
                <c:pt idx="18">
                  <c:v>Subaru</c:v>
                </c:pt>
                <c:pt idx="19">
                  <c:v>Tesla</c:v>
                </c:pt>
                <c:pt idx="20">
                  <c:v>Toyota</c:v>
                </c:pt>
                <c:pt idx="21">
                  <c:v>Volkswagen</c:v>
                </c:pt>
                <c:pt idx="22">
                  <c:v>Volvo</c:v>
                </c:pt>
              </c:strCache>
            </c:strRef>
          </c:cat>
          <c:val>
            <c:numRef>
              <c:f>'Driver Behavior Profiling'!$N$26:$N$49</c:f>
              <c:numCache>
                <c:formatCode>0.00</c:formatCode>
                <c:ptCount val="23"/>
                <c:pt idx="0">
                  <c:v>2.335</c:v>
                </c:pt>
                <c:pt idx="1">
                  <c:v>2.2092739273927382</c:v>
                </c:pt>
                <c:pt idx="2">
                  <c:v>2.4681468531468549</c:v>
                </c:pt>
                <c:pt idx="3">
                  <c:v>2.2835714285714288</c:v>
                </c:pt>
                <c:pt idx="4">
                  <c:v>1.9370000000000003</c:v>
                </c:pt>
                <c:pt idx="5">
                  <c:v>2.4864285714285717</c:v>
                </c:pt>
                <c:pt idx="6">
                  <c:v>2.3142857142857145</c:v>
                </c:pt>
                <c:pt idx="7">
                  <c:v>2.2528938906752392</c:v>
                </c:pt>
                <c:pt idx="8">
                  <c:v>2.8064285714285724</c:v>
                </c:pt>
                <c:pt idx="9">
                  <c:v>2.3479999999999999</c:v>
                </c:pt>
                <c:pt idx="10">
                  <c:v>2.5964285714285715</c:v>
                </c:pt>
                <c:pt idx="11">
                  <c:v>2.1192857142857142</c:v>
                </c:pt>
                <c:pt idx="12">
                  <c:v>2.3009523809523813</c:v>
                </c:pt>
                <c:pt idx="13">
                  <c:v>2.3414285714285712</c:v>
                </c:pt>
                <c:pt idx="14">
                  <c:v>2.1266181818181802</c:v>
                </c:pt>
                <c:pt idx="15">
                  <c:v>2.3182142857142858</c:v>
                </c:pt>
                <c:pt idx="16">
                  <c:v>2.3314285714285714</c:v>
                </c:pt>
                <c:pt idx="17">
                  <c:v>2.1035714285714286</c:v>
                </c:pt>
                <c:pt idx="18">
                  <c:v>2.4492857142857147</c:v>
                </c:pt>
                <c:pt idx="19">
                  <c:v>2.270764705882351</c:v>
                </c:pt>
                <c:pt idx="20">
                  <c:v>2.3378571428571431</c:v>
                </c:pt>
                <c:pt idx="21">
                  <c:v>1.9873333333333332</c:v>
                </c:pt>
                <c:pt idx="22">
                  <c:v>2.1485714285714281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E4-4675-8B26-61DBC8BC0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52526784"/>
        <c:axId val="952527264"/>
      </c:lineChart>
      <c:catAx>
        <c:axId val="9525267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Vehicle brand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2527264"/>
        <c:crosses val="autoZero"/>
        <c:auto val="1"/>
        <c:lblAlgn val="ctr"/>
        <c:lblOffset val="100"/>
        <c:noMultiLvlLbl val="0"/>
      </c:catAx>
      <c:valAx>
        <c:axId val="952527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2526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956369982547988"/>
          <c:y val="0.35084533030101489"/>
          <c:w val="0.25043636223277654"/>
          <c:h val="0.257953615805000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EVData!$U$2:$U$1901</cx:f>
        <cx:lvl ptCount="1900" formatCode="0">
          <cx:pt idx="0">0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10</cx:pt>
          <cx:pt idx="11">11</cx:pt>
          <cx:pt idx="12">12</cx:pt>
          <cx:pt idx="13">13</cx:pt>
          <cx:pt idx="14">14</cx:pt>
          <cx:pt idx="15">15</cx:pt>
          <cx:pt idx="16">16</cx:pt>
          <cx:pt idx="17">17</cx:pt>
          <cx:pt idx="18">18</cx:pt>
          <cx:pt idx="19">19</cx:pt>
          <cx:pt idx="20">20</cx:pt>
          <cx:pt idx="21">21</cx:pt>
          <cx:pt idx="22">22</cx:pt>
          <cx:pt idx="23">23</cx:pt>
          <cx:pt idx="24">0</cx:pt>
          <cx:pt idx="25">1</cx:pt>
          <cx:pt idx="26">2</cx:pt>
          <cx:pt idx="27">3</cx:pt>
          <cx:pt idx="28">4</cx:pt>
          <cx:pt idx="29">5</cx:pt>
          <cx:pt idx="30">6</cx:pt>
          <cx:pt idx="31">7</cx:pt>
          <cx:pt idx="32">8</cx:pt>
          <cx:pt idx="33">9</cx:pt>
          <cx:pt idx="34">10</cx:pt>
          <cx:pt idx="35">11</cx:pt>
          <cx:pt idx="36">12</cx:pt>
          <cx:pt idx="37">13</cx:pt>
          <cx:pt idx="38">14</cx:pt>
          <cx:pt idx="39">15</cx:pt>
          <cx:pt idx="40">21</cx:pt>
          <cx:pt idx="41">17</cx:pt>
          <cx:pt idx="42">20</cx:pt>
          <cx:pt idx="43">19</cx:pt>
          <cx:pt idx="44">20</cx:pt>
          <cx:pt idx="45">21</cx:pt>
          <cx:pt idx="46">22</cx:pt>
          <cx:pt idx="47">23</cx:pt>
          <cx:pt idx="48">0</cx:pt>
          <cx:pt idx="49">1</cx:pt>
          <cx:pt idx="50">2</cx:pt>
          <cx:pt idx="51">3</cx:pt>
          <cx:pt idx="52">4</cx:pt>
          <cx:pt idx="53">5</cx:pt>
          <cx:pt idx="54">6</cx:pt>
          <cx:pt idx="55">7</cx:pt>
          <cx:pt idx="56">8</cx:pt>
          <cx:pt idx="57">9</cx:pt>
          <cx:pt idx="58">10</cx:pt>
          <cx:pt idx="59">11</cx:pt>
          <cx:pt idx="60">12</cx:pt>
          <cx:pt idx="61">13</cx:pt>
          <cx:pt idx="62">14</cx:pt>
          <cx:pt idx="63">15</cx:pt>
          <cx:pt idx="64">16</cx:pt>
          <cx:pt idx="65">17</cx:pt>
          <cx:pt idx="66">18</cx:pt>
          <cx:pt idx="67">19</cx:pt>
          <cx:pt idx="68">20</cx:pt>
          <cx:pt idx="69">21</cx:pt>
          <cx:pt idx="70">22</cx:pt>
          <cx:pt idx="71">23</cx:pt>
          <cx:pt idx="72">0</cx:pt>
          <cx:pt idx="73">1</cx:pt>
          <cx:pt idx="74">2</cx:pt>
          <cx:pt idx="75">3</cx:pt>
          <cx:pt idx="76">4</cx:pt>
          <cx:pt idx="77">5</cx:pt>
          <cx:pt idx="78">6</cx:pt>
          <cx:pt idx="79">7</cx:pt>
          <cx:pt idx="80">8</cx:pt>
          <cx:pt idx="81">9</cx:pt>
          <cx:pt idx="82">10</cx:pt>
          <cx:pt idx="83">11</cx:pt>
          <cx:pt idx="84">12</cx:pt>
          <cx:pt idx="85">13</cx:pt>
          <cx:pt idx="86">14</cx:pt>
          <cx:pt idx="87">15</cx:pt>
          <cx:pt idx="88">16</cx:pt>
          <cx:pt idx="89">17</cx:pt>
          <cx:pt idx="90">18</cx:pt>
          <cx:pt idx="91">19</cx:pt>
          <cx:pt idx="92">20</cx:pt>
          <cx:pt idx="93">21</cx:pt>
          <cx:pt idx="94">22</cx:pt>
          <cx:pt idx="95">23</cx:pt>
          <cx:pt idx="96">0</cx:pt>
          <cx:pt idx="97">1</cx:pt>
          <cx:pt idx="98">2</cx:pt>
          <cx:pt idx="99">3</cx:pt>
          <cx:pt idx="100">4</cx:pt>
          <cx:pt idx="101">5</cx:pt>
          <cx:pt idx="102">6</cx:pt>
          <cx:pt idx="103">7</cx:pt>
          <cx:pt idx="104">8</cx:pt>
          <cx:pt idx="105">9</cx:pt>
          <cx:pt idx="106">10</cx:pt>
          <cx:pt idx="107">11</cx:pt>
          <cx:pt idx="108">12</cx:pt>
          <cx:pt idx="109">13</cx:pt>
          <cx:pt idx="110">14</cx:pt>
          <cx:pt idx="111">15</cx:pt>
          <cx:pt idx="112">16</cx:pt>
          <cx:pt idx="113">17</cx:pt>
          <cx:pt idx="114">18</cx:pt>
          <cx:pt idx="115">19</cx:pt>
          <cx:pt idx="116">20</cx:pt>
          <cx:pt idx="117">21</cx:pt>
          <cx:pt idx="118">22</cx:pt>
          <cx:pt idx="119">23</cx:pt>
          <cx:pt idx="120">0</cx:pt>
          <cx:pt idx="121">1</cx:pt>
          <cx:pt idx="122">2</cx:pt>
          <cx:pt idx="123">3</cx:pt>
          <cx:pt idx="124">4</cx:pt>
          <cx:pt idx="125">5</cx:pt>
          <cx:pt idx="126">6</cx:pt>
          <cx:pt idx="127">7</cx:pt>
          <cx:pt idx="128">8</cx:pt>
          <cx:pt idx="129">9</cx:pt>
          <cx:pt idx="130">10</cx:pt>
          <cx:pt idx="131">11</cx:pt>
          <cx:pt idx="132">12</cx:pt>
          <cx:pt idx="133">13</cx:pt>
          <cx:pt idx="134">14</cx:pt>
          <cx:pt idx="135">15</cx:pt>
          <cx:pt idx="136">16</cx:pt>
          <cx:pt idx="137">17</cx:pt>
          <cx:pt idx="138">18</cx:pt>
          <cx:pt idx="139">19</cx:pt>
          <cx:pt idx="140">20</cx:pt>
          <cx:pt idx="141">21</cx:pt>
          <cx:pt idx="142">22</cx:pt>
          <cx:pt idx="143">23</cx:pt>
          <cx:pt idx="144">0</cx:pt>
          <cx:pt idx="145">1</cx:pt>
          <cx:pt idx="146">2</cx:pt>
          <cx:pt idx="147">3</cx:pt>
          <cx:pt idx="148">4</cx:pt>
          <cx:pt idx="149">5</cx:pt>
          <cx:pt idx="150">6</cx:pt>
          <cx:pt idx="151">7</cx:pt>
          <cx:pt idx="152">8</cx:pt>
          <cx:pt idx="153">9</cx:pt>
          <cx:pt idx="154">10</cx:pt>
          <cx:pt idx="155">11</cx:pt>
          <cx:pt idx="156">12</cx:pt>
          <cx:pt idx="157">13</cx:pt>
          <cx:pt idx="158">14</cx:pt>
          <cx:pt idx="159">15</cx:pt>
          <cx:pt idx="160">16</cx:pt>
          <cx:pt idx="161">17</cx:pt>
          <cx:pt idx="162">18</cx:pt>
          <cx:pt idx="163">19</cx:pt>
          <cx:pt idx="164">20</cx:pt>
          <cx:pt idx="165">21</cx:pt>
          <cx:pt idx="166">22</cx:pt>
          <cx:pt idx="167">23</cx:pt>
          <cx:pt idx="168">0</cx:pt>
          <cx:pt idx="169">1</cx:pt>
          <cx:pt idx="170">2</cx:pt>
          <cx:pt idx="171">3</cx:pt>
          <cx:pt idx="172">4</cx:pt>
          <cx:pt idx="173">5</cx:pt>
          <cx:pt idx="174">6</cx:pt>
          <cx:pt idx="175">7</cx:pt>
          <cx:pt idx="176">8</cx:pt>
          <cx:pt idx="177">9</cx:pt>
          <cx:pt idx="178">10</cx:pt>
          <cx:pt idx="179">11</cx:pt>
          <cx:pt idx="180">12</cx:pt>
          <cx:pt idx="181">13</cx:pt>
          <cx:pt idx="182">14</cx:pt>
          <cx:pt idx="183">15</cx:pt>
          <cx:pt idx="184">16</cx:pt>
          <cx:pt idx="185">17</cx:pt>
          <cx:pt idx="186">18</cx:pt>
          <cx:pt idx="187">19</cx:pt>
          <cx:pt idx="188">20</cx:pt>
          <cx:pt idx="189">21</cx:pt>
          <cx:pt idx="190">22</cx:pt>
          <cx:pt idx="191">23</cx:pt>
          <cx:pt idx="192">0</cx:pt>
          <cx:pt idx="193">1</cx:pt>
          <cx:pt idx="194">2</cx:pt>
          <cx:pt idx="195">3</cx:pt>
          <cx:pt idx="196">4</cx:pt>
          <cx:pt idx="197">5</cx:pt>
          <cx:pt idx="198">6</cx:pt>
          <cx:pt idx="199">7</cx:pt>
          <cx:pt idx="200">8</cx:pt>
          <cx:pt idx="201">9</cx:pt>
          <cx:pt idx="202">10</cx:pt>
          <cx:pt idx="203">11</cx:pt>
          <cx:pt idx="204">12</cx:pt>
          <cx:pt idx="205">13</cx:pt>
          <cx:pt idx="206">14</cx:pt>
          <cx:pt idx="207">15</cx:pt>
          <cx:pt idx="208">16</cx:pt>
          <cx:pt idx="209">17</cx:pt>
          <cx:pt idx="210">18</cx:pt>
          <cx:pt idx="211">19</cx:pt>
          <cx:pt idx="212">20</cx:pt>
          <cx:pt idx="213">21</cx:pt>
          <cx:pt idx="214">22</cx:pt>
          <cx:pt idx="215">23</cx:pt>
          <cx:pt idx="216">0</cx:pt>
          <cx:pt idx="217">1</cx:pt>
          <cx:pt idx="218">2</cx:pt>
          <cx:pt idx="219">3</cx:pt>
          <cx:pt idx="220">4</cx:pt>
          <cx:pt idx="221">5</cx:pt>
          <cx:pt idx="222">6</cx:pt>
          <cx:pt idx="223">7</cx:pt>
          <cx:pt idx="224">8</cx:pt>
          <cx:pt idx="225">9</cx:pt>
          <cx:pt idx="226">10</cx:pt>
          <cx:pt idx="227">11</cx:pt>
          <cx:pt idx="228">12</cx:pt>
          <cx:pt idx="229">13</cx:pt>
          <cx:pt idx="230">14</cx:pt>
          <cx:pt idx="231">15</cx:pt>
          <cx:pt idx="232">16</cx:pt>
          <cx:pt idx="233">17</cx:pt>
          <cx:pt idx="234">18</cx:pt>
          <cx:pt idx="235">19</cx:pt>
          <cx:pt idx="236">20</cx:pt>
          <cx:pt idx="237">21</cx:pt>
          <cx:pt idx="238">22</cx:pt>
          <cx:pt idx="239">23</cx:pt>
          <cx:pt idx="240">0</cx:pt>
          <cx:pt idx="241">1</cx:pt>
          <cx:pt idx="242">2</cx:pt>
          <cx:pt idx="243">3</cx:pt>
          <cx:pt idx="244">4</cx:pt>
          <cx:pt idx="245">5</cx:pt>
          <cx:pt idx="246">6</cx:pt>
          <cx:pt idx="247">7</cx:pt>
          <cx:pt idx="248">8</cx:pt>
          <cx:pt idx="249">9</cx:pt>
          <cx:pt idx="250">10</cx:pt>
          <cx:pt idx="251">11</cx:pt>
          <cx:pt idx="252">12</cx:pt>
          <cx:pt idx="253">13</cx:pt>
          <cx:pt idx="254">14</cx:pt>
          <cx:pt idx="255">15</cx:pt>
          <cx:pt idx="256">16</cx:pt>
          <cx:pt idx="257">17</cx:pt>
          <cx:pt idx="258">18</cx:pt>
          <cx:pt idx="259">19</cx:pt>
          <cx:pt idx="260">20</cx:pt>
          <cx:pt idx="261">21</cx:pt>
          <cx:pt idx="262">22</cx:pt>
          <cx:pt idx="263">23</cx:pt>
          <cx:pt idx="264">0</cx:pt>
          <cx:pt idx="265">1</cx:pt>
          <cx:pt idx="266">2</cx:pt>
          <cx:pt idx="267">3</cx:pt>
          <cx:pt idx="268">4</cx:pt>
          <cx:pt idx="269">5</cx:pt>
          <cx:pt idx="270">6</cx:pt>
          <cx:pt idx="271">7</cx:pt>
          <cx:pt idx="272">8</cx:pt>
          <cx:pt idx="273">9</cx:pt>
          <cx:pt idx="274">10</cx:pt>
          <cx:pt idx="275">11</cx:pt>
          <cx:pt idx="276">12</cx:pt>
          <cx:pt idx="277">13</cx:pt>
          <cx:pt idx="278">14</cx:pt>
          <cx:pt idx="279">15</cx:pt>
          <cx:pt idx="280">16</cx:pt>
          <cx:pt idx="281">17</cx:pt>
          <cx:pt idx="282">18</cx:pt>
          <cx:pt idx="283">19</cx:pt>
          <cx:pt idx="284">20</cx:pt>
          <cx:pt idx="285">21</cx:pt>
          <cx:pt idx="286">22</cx:pt>
          <cx:pt idx="287">23</cx:pt>
          <cx:pt idx="288">0</cx:pt>
          <cx:pt idx="289">1</cx:pt>
          <cx:pt idx="290">2</cx:pt>
          <cx:pt idx="291">3</cx:pt>
          <cx:pt idx="292">4</cx:pt>
          <cx:pt idx="293">5</cx:pt>
          <cx:pt idx="294">6</cx:pt>
          <cx:pt idx="295">7</cx:pt>
          <cx:pt idx="296">8</cx:pt>
          <cx:pt idx="297">9</cx:pt>
          <cx:pt idx="298">10</cx:pt>
          <cx:pt idx="299">11</cx:pt>
          <cx:pt idx="300">12</cx:pt>
          <cx:pt idx="301">13</cx:pt>
          <cx:pt idx="302">14</cx:pt>
          <cx:pt idx="303">15</cx:pt>
          <cx:pt idx="304">16</cx:pt>
          <cx:pt idx="305">17</cx:pt>
          <cx:pt idx="306">18</cx:pt>
          <cx:pt idx="307">19</cx:pt>
          <cx:pt idx="308">20</cx:pt>
          <cx:pt idx="309">21</cx:pt>
          <cx:pt idx="310">22</cx:pt>
          <cx:pt idx="311">23</cx:pt>
          <cx:pt idx="312">0</cx:pt>
          <cx:pt idx="313">1</cx:pt>
          <cx:pt idx="314">2</cx:pt>
          <cx:pt idx="315">3</cx:pt>
          <cx:pt idx="316">4</cx:pt>
          <cx:pt idx="317">5</cx:pt>
          <cx:pt idx="318">6</cx:pt>
          <cx:pt idx="319">7</cx:pt>
          <cx:pt idx="320">8</cx:pt>
          <cx:pt idx="321">9</cx:pt>
          <cx:pt idx="322">10</cx:pt>
          <cx:pt idx="323">11</cx:pt>
          <cx:pt idx="324">12</cx:pt>
          <cx:pt idx="325">13</cx:pt>
          <cx:pt idx="326">14</cx:pt>
          <cx:pt idx="327">15</cx:pt>
          <cx:pt idx="328">16</cx:pt>
          <cx:pt idx="329">17</cx:pt>
          <cx:pt idx="330">18</cx:pt>
          <cx:pt idx="331">19</cx:pt>
          <cx:pt idx="332">20</cx:pt>
          <cx:pt idx="333">21</cx:pt>
          <cx:pt idx="334">22</cx:pt>
          <cx:pt idx="335">23</cx:pt>
          <cx:pt idx="336">0</cx:pt>
          <cx:pt idx="337">1</cx:pt>
          <cx:pt idx="338">2</cx:pt>
          <cx:pt idx="339">3</cx:pt>
          <cx:pt idx="340">4</cx:pt>
          <cx:pt idx="341">5</cx:pt>
          <cx:pt idx="342">6</cx:pt>
          <cx:pt idx="343">7</cx:pt>
          <cx:pt idx="344">8</cx:pt>
          <cx:pt idx="345">9</cx:pt>
          <cx:pt idx="346">10</cx:pt>
          <cx:pt idx="347">11</cx:pt>
          <cx:pt idx="348">12</cx:pt>
          <cx:pt idx="349">13</cx:pt>
          <cx:pt idx="350">14</cx:pt>
          <cx:pt idx="351">15</cx:pt>
          <cx:pt idx="352">16</cx:pt>
          <cx:pt idx="353">17</cx:pt>
          <cx:pt idx="354">18</cx:pt>
          <cx:pt idx="355">19</cx:pt>
          <cx:pt idx="356">20</cx:pt>
          <cx:pt idx="357">21</cx:pt>
          <cx:pt idx="358">22</cx:pt>
          <cx:pt idx="359">23</cx:pt>
          <cx:pt idx="360">0</cx:pt>
          <cx:pt idx="361">1</cx:pt>
          <cx:pt idx="362">2</cx:pt>
          <cx:pt idx="363">3</cx:pt>
          <cx:pt idx="364">4</cx:pt>
          <cx:pt idx="365">5</cx:pt>
          <cx:pt idx="366">6</cx:pt>
          <cx:pt idx="367">7</cx:pt>
          <cx:pt idx="368">8</cx:pt>
          <cx:pt idx="369">9</cx:pt>
          <cx:pt idx="370">10</cx:pt>
          <cx:pt idx="371">11</cx:pt>
          <cx:pt idx="372">12</cx:pt>
          <cx:pt idx="373">13</cx:pt>
          <cx:pt idx="374">14</cx:pt>
          <cx:pt idx="375">15</cx:pt>
          <cx:pt idx="376">16</cx:pt>
          <cx:pt idx="377">17</cx:pt>
          <cx:pt idx="378">18</cx:pt>
          <cx:pt idx="379">19</cx:pt>
          <cx:pt idx="380">20</cx:pt>
          <cx:pt idx="381">21</cx:pt>
          <cx:pt idx="382">22</cx:pt>
          <cx:pt idx="383">23</cx:pt>
          <cx:pt idx="384">0</cx:pt>
          <cx:pt idx="385">1</cx:pt>
          <cx:pt idx="386">2</cx:pt>
          <cx:pt idx="387">3</cx:pt>
          <cx:pt idx="388">4</cx:pt>
          <cx:pt idx="389">5</cx:pt>
          <cx:pt idx="390">6</cx:pt>
          <cx:pt idx="391">7</cx:pt>
          <cx:pt idx="392">8</cx:pt>
          <cx:pt idx="393">9</cx:pt>
          <cx:pt idx="394">10</cx:pt>
          <cx:pt idx="395">11</cx:pt>
          <cx:pt idx="396">12</cx:pt>
          <cx:pt idx="397">13</cx:pt>
          <cx:pt idx="398">14</cx:pt>
          <cx:pt idx="399">15</cx:pt>
          <cx:pt idx="400">16</cx:pt>
          <cx:pt idx="401">17</cx:pt>
          <cx:pt idx="402">18</cx:pt>
          <cx:pt idx="403">19</cx:pt>
          <cx:pt idx="404">20</cx:pt>
          <cx:pt idx="405">21</cx:pt>
          <cx:pt idx="406">21</cx:pt>
          <cx:pt idx="407">21</cx:pt>
          <cx:pt idx="408">21</cx:pt>
          <cx:pt idx="409">21</cx:pt>
          <cx:pt idx="410">21</cx:pt>
          <cx:pt idx="411">21</cx:pt>
          <cx:pt idx="412">21</cx:pt>
          <cx:pt idx="413">21</cx:pt>
          <cx:pt idx="414">21</cx:pt>
          <cx:pt idx="415">21</cx:pt>
          <cx:pt idx="416">8</cx:pt>
          <cx:pt idx="417">9</cx:pt>
          <cx:pt idx="418">10</cx:pt>
          <cx:pt idx="419">11</cx:pt>
          <cx:pt idx="420">11</cx:pt>
          <cx:pt idx="421">11</cx:pt>
          <cx:pt idx="422">11</cx:pt>
          <cx:pt idx="423">15</cx:pt>
          <cx:pt idx="424">16</cx:pt>
          <cx:pt idx="425">17</cx:pt>
          <cx:pt idx="426">18</cx:pt>
          <cx:pt idx="427">19</cx:pt>
          <cx:pt idx="428">20</cx:pt>
          <cx:pt idx="429">20</cx:pt>
          <cx:pt idx="430">20</cx:pt>
          <cx:pt idx="431">20</cx:pt>
          <cx:pt idx="432">20</cx:pt>
          <cx:pt idx="433">1</cx:pt>
          <cx:pt idx="434">2</cx:pt>
          <cx:pt idx="435">3</cx:pt>
          <cx:pt idx="436">4</cx:pt>
          <cx:pt idx="437">5</cx:pt>
          <cx:pt idx="438">6</cx:pt>
          <cx:pt idx="439">7</cx:pt>
          <cx:pt idx="440">8</cx:pt>
          <cx:pt idx="441">9</cx:pt>
          <cx:pt idx="442">9</cx:pt>
          <cx:pt idx="443">11</cx:pt>
          <cx:pt idx="444">12</cx:pt>
          <cx:pt idx="445">13</cx:pt>
          <cx:pt idx="446">14</cx:pt>
          <cx:pt idx="447">15</cx:pt>
          <cx:pt idx="448">16</cx:pt>
          <cx:pt idx="449">17</cx:pt>
          <cx:pt idx="450">18</cx:pt>
          <cx:pt idx="451">19</cx:pt>
          <cx:pt idx="452">20</cx:pt>
          <cx:pt idx="453">21</cx:pt>
          <cx:pt idx="454">22</cx:pt>
          <cx:pt idx="455">23</cx:pt>
          <cx:pt idx="456">0</cx:pt>
          <cx:pt idx="457">1</cx:pt>
          <cx:pt idx="458">2</cx:pt>
          <cx:pt idx="459">3</cx:pt>
          <cx:pt idx="460">4</cx:pt>
          <cx:pt idx="461">5</cx:pt>
          <cx:pt idx="462">6</cx:pt>
          <cx:pt idx="463">7</cx:pt>
          <cx:pt idx="464">8</cx:pt>
          <cx:pt idx="465">9</cx:pt>
          <cx:pt idx="466">10</cx:pt>
          <cx:pt idx="467">11</cx:pt>
          <cx:pt idx="468">12</cx:pt>
          <cx:pt idx="469">13</cx:pt>
          <cx:pt idx="470">14</cx:pt>
          <cx:pt idx="471">15</cx:pt>
          <cx:pt idx="472">16</cx:pt>
          <cx:pt idx="473">17</cx:pt>
          <cx:pt idx="474">18</cx:pt>
          <cx:pt idx="475">19</cx:pt>
          <cx:pt idx="476">20</cx:pt>
          <cx:pt idx="477">21</cx:pt>
          <cx:pt idx="478">22</cx:pt>
          <cx:pt idx="479">23</cx:pt>
          <cx:pt idx="480">0</cx:pt>
          <cx:pt idx="481">1</cx:pt>
          <cx:pt idx="482">2</cx:pt>
          <cx:pt idx="483">3</cx:pt>
          <cx:pt idx="484">4</cx:pt>
          <cx:pt idx="485">5</cx:pt>
          <cx:pt idx="486">6</cx:pt>
          <cx:pt idx="487">7</cx:pt>
          <cx:pt idx="488">8</cx:pt>
          <cx:pt idx="489">9</cx:pt>
          <cx:pt idx="490">10</cx:pt>
          <cx:pt idx="491">11</cx:pt>
          <cx:pt idx="492">12</cx:pt>
          <cx:pt idx="493">13</cx:pt>
          <cx:pt idx="494">14</cx:pt>
          <cx:pt idx="495">15</cx:pt>
          <cx:pt idx="496">16</cx:pt>
          <cx:pt idx="497">17</cx:pt>
          <cx:pt idx="498">18</cx:pt>
          <cx:pt idx="499">19</cx:pt>
          <cx:pt idx="500">20</cx:pt>
          <cx:pt idx="501">21</cx:pt>
          <cx:pt idx="502">22</cx:pt>
          <cx:pt idx="503">23</cx:pt>
          <cx:pt idx="504">0</cx:pt>
          <cx:pt idx="505">1</cx:pt>
          <cx:pt idx="506">2</cx:pt>
          <cx:pt idx="507">3</cx:pt>
          <cx:pt idx="508">4</cx:pt>
          <cx:pt idx="509">5</cx:pt>
          <cx:pt idx="510">6</cx:pt>
          <cx:pt idx="511">7</cx:pt>
          <cx:pt idx="512">8</cx:pt>
          <cx:pt idx="513">9</cx:pt>
          <cx:pt idx="514">10</cx:pt>
          <cx:pt idx="515">11</cx:pt>
          <cx:pt idx="516">12</cx:pt>
          <cx:pt idx="517">13</cx:pt>
          <cx:pt idx="518">14</cx:pt>
          <cx:pt idx="519">15</cx:pt>
          <cx:pt idx="520">16</cx:pt>
          <cx:pt idx="521">17</cx:pt>
          <cx:pt idx="522">18</cx:pt>
          <cx:pt idx="523">19</cx:pt>
          <cx:pt idx="524">20</cx:pt>
          <cx:pt idx="525">21</cx:pt>
          <cx:pt idx="526">22</cx:pt>
          <cx:pt idx="527">23</cx:pt>
          <cx:pt idx="528">0</cx:pt>
          <cx:pt idx="529">1</cx:pt>
          <cx:pt idx="530">2</cx:pt>
          <cx:pt idx="531">3</cx:pt>
          <cx:pt idx="532">4</cx:pt>
          <cx:pt idx="533">5</cx:pt>
          <cx:pt idx="534">6</cx:pt>
          <cx:pt idx="535">7</cx:pt>
          <cx:pt idx="536">8</cx:pt>
          <cx:pt idx="537">9</cx:pt>
          <cx:pt idx="538">10</cx:pt>
          <cx:pt idx="539">11</cx:pt>
          <cx:pt idx="540">12</cx:pt>
          <cx:pt idx="541">13</cx:pt>
          <cx:pt idx="542">14</cx:pt>
          <cx:pt idx="543">15</cx:pt>
          <cx:pt idx="544">16</cx:pt>
          <cx:pt idx="545">17</cx:pt>
          <cx:pt idx="546">18</cx:pt>
          <cx:pt idx="547">19</cx:pt>
          <cx:pt idx="548">20</cx:pt>
          <cx:pt idx="549">21</cx:pt>
          <cx:pt idx="550">22</cx:pt>
          <cx:pt idx="551">23</cx:pt>
          <cx:pt idx="552">0</cx:pt>
          <cx:pt idx="553">1</cx:pt>
          <cx:pt idx="554">2</cx:pt>
          <cx:pt idx="555">3</cx:pt>
          <cx:pt idx="556">4</cx:pt>
          <cx:pt idx="557">5</cx:pt>
          <cx:pt idx="558">6</cx:pt>
          <cx:pt idx="559">7</cx:pt>
          <cx:pt idx="560">8</cx:pt>
          <cx:pt idx="561">9</cx:pt>
          <cx:pt idx="562">10</cx:pt>
          <cx:pt idx="563">11</cx:pt>
          <cx:pt idx="564">12</cx:pt>
          <cx:pt idx="565">13</cx:pt>
          <cx:pt idx="566">14</cx:pt>
          <cx:pt idx="567">15</cx:pt>
          <cx:pt idx="568">16</cx:pt>
          <cx:pt idx="569">17</cx:pt>
          <cx:pt idx="570">18</cx:pt>
          <cx:pt idx="571">19</cx:pt>
          <cx:pt idx="572">20</cx:pt>
          <cx:pt idx="573">21</cx:pt>
          <cx:pt idx="574">22</cx:pt>
          <cx:pt idx="575">23</cx:pt>
          <cx:pt idx="576">0</cx:pt>
          <cx:pt idx="577">1</cx:pt>
          <cx:pt idx="578">2</cx:pt>
          <cx:pt idx="579">3</cx:pt>
          <cx:pt idx="580">4</cx:pt>
          <cx:pt idx="581">5</cx:pt>
          <cx:pt idx="582">6</cx:pt>
          <cx:pt idx="583">7</cx:pt>
          <cx:pt idx="584">8</cx:pt>
          <cx:pt idx="585">9</cx:pt>
          <cx:pt idx="586">10</cx:pt>
          <cx:pt idx="587">11</cx:pt>
          <cx:pt idx="588">12</cx:pt>
          <cx:pt idx="589">13</cx:pt>
          <cx:pt idx="590">14</cx:pt>
          <cx:pt idx="591">15</cx:pt>
          <cx:pt idx="592">16</cx:pt>
          <cx:pt idx="593">17</cx:pt>
          <cx:pt idx="594">18</cx:pt>
          <cx:pt idx="595">19</cx:pt>
          <cx:pt idx="596">20</cx:pt>
          <cx:pt idx="597">21</cx:pt>
          <cx:pt idx="598">22</cx:pt>
          <cx:pt idx="599">23</cx:pt>
          <cx:pt idx="600">0</cx:pt>
          <cx:pt idx="601">1</cx:pt>
          <cx:pt idx="602">2</cx:pt>
          <cx:pt idx="603">3</cx:pt>
          <cx:pt idx="604">4</cx:pt>
          <cx:pt idx="605">5</cx:pt>
          <cx:pt idx="606">6</cx:pt>
          <cx:pt idx="607">7</cx:pt>
          <cx:pt idx="608">8</cx:pt>
          <cx:pt idx="609">9</cx:pt>
          <cx:pt idx="610">10</cx:pt>
          <cx:pt idx="611">11</cx:pt>
          <cx:pt idx="612">12</cx:pt>
          <cx:pt idx="613">13</cx:pt>
          <cx:pt idx="614">14</cx:pt>
          <cx:pt idx="615">15</cx:pt>
          <cx:pt idx="616">16</cx:pt>
          <cx:pt idx="617">17</cx:pt>
          <cx:pt idx="618">18</cx:pt>
          <cx:pt idx="619">19</cx:pt>
          <cx:pt idx="620">20</cx:pt>
          <cx:pt idx="621">21</cx:pt>
          <cx:pt idx="622">22</cx:pt>
          <cx:pt idx="623">23</cx:pt>
          <cx:pt idx="624">0</cx:pt>
          <cx:pt idx="625">1</cx:pt>
          <cx:pt idx="626">2</cx:pt>
          <cx:pt idx="627">3</cx:pt>
          <cx:pt idx="628">4</cx:pt>
          <cx:pt idx="629">5</cx:pt>
          <cx:pt idx="630">6</cx:pt>
          <cx:pt idx="631">7</cx:pt>
          <cx:pt idx="632">8</cx:pt>
          <cx:pt idx="633">9</cx:pt>
          <cx:pt idx="634">10</cx:pt>
          <cx:pt idx="635">11</cx:pt>
          <cx:pt idx="636">12</cx:pt>
          <cx:pt idx="637">13</cx:pt>
          <cx:pt idx="638">14</cx:pt>
          <cx:pt idx="639">15</cx:pt>
          <cx:pt idx="640">16</cx:pt>
          <cx:pt idx="641">17</cx:pt>
          <cx:pt idx="642">18</cx:pt>
          <cx:pt idx="643">19</cx:pt>
          <cx:pt idx="644">20</cx:pt>
          <cx:pt idx="645">21</cx:pt>
          <cx:pt idx="646">22</cx:pt>
          <cx:pt idx="647">23</cx:pt>
          <cx:pt idx="648">0</cx:pt>
          <cx:pt idx="649">1</cx:pt>
          <cx:pt idx="650">2</cx:pt>
          <cx:pt idx="651">3</cx:pt>
          <cx:pt idx="652">4</cx:pt>
          <cx:pt idx="653">5</cx:pt>
          <cx:pt idx="654">6</cx:pt>
          <cx:pt idx="655">7</cx:pt>
          <cx:pt idx="656">8</cx:pt>
          <cx:pt idx="657">9</cx:pt>
          <cx:pt idx="658">10</cx:pt>
          <cx:pt idx="659">11</cx:pt>
          <cx:pt idx="660">12</cx:pt>
          <cx:pt idx="661">13</cx:pt>
          <cx:pt idx="662">14</cx:pt>
          <cx:pt idx="663">15</cx:pt>
          <cx:pt idx="664">16</cx:pt>
          <cx:pt idx="665">17</cx:pt>
          <cx:pt idx="666">18</cx:pt>
          <cx:pt idx="667">19</cx:pt>
          <cx:pt idx="668">20</cx:pt>
          <cx:pt idx="669">21</cx:pt>
          <cx:pt idx="670">22</cx:pt>
          <cx:pt idx="671">23</cx:pt>
          <cx:pt idx="672">0</cx:pt>
          <cx:pt idx="673">1</cx:pt>
          <cx:pt idx="674">2</cx:pt>
          <cx:pt idx="675">3</cx:pt>
          <cx:pt idx="676">4</cx:pt>
          <cx:pt idx="677">5</cx:pt>
          <cx:pt idx="678">6</cx:pt>
          <cx:pt idx="679">7</cx:pt>
          <cx:pt idx="680">8</cx:pt>
          <cx:pt idx="681">9</cx:pt>
          <cx:pt idx="682">10</cx:pt>
          <cx:pt idx="683">11</cx:pt>
          <cx:pt idx="684">12</cx:pt>
          <cx:pt idx="685">13</cx:pt>
          <cx:pt idx="686">14</cx:pt>
          <cx:pt idx="687">15</cx:pt>
          <cx:pt idx="688">16</cx:pt>
          <cx:pt idx="689">17</cx:pt>
          <cx:pt idx="690">18</cx:pt>
          <cx:pt idx="691">19</cx:pt>
          <cx:pt idx="692">20</cx:pt>
          <cx:pt idx="693">21</cx:pt>
          <cx:pt idx="694">22</cx:pt>
          <cx:pt idx="695">23</cx:pt>
          <cx:pt idx="696">0</cx:pt>
          <cx:pt idx="697">1</cx:pt>
          <cx:pt idx="698">2</cx:pt>
          <cx:pt idx="699">3</cx:pt>
          <cx:pt idx="700">4</cx:pt>
          <cx:pt idx="701">5</cx:pt>
          <cx:pt idx="702">6</cx:pt>
          <cx:pt idx="703">7</cx:pt>
          <cx:pt idx="704">8</cx:pt>
          <cx:pt idx="705">9</cx:pt>
          <cx:pt idx="706">10</cx:pt>
          <cx:pt idx="707">11</cx:pt>
          <cx:pt idx="708">12</cx:pt>
          <cx:pt idx="709">13</cx:pt>
          <cx:pt idx="710">14</cx:pt>
          <cx:pt idx="711">15</cx:pt>
          <cx:pt idx="712">16</cx:pt>
          <cx:pt idx="713">17</cx:pt>
          <cx:pt idx="714">18</cx:pt>
          <cx:pt idx="715">19</cx:pt>
          <cx:pt idx="716">20</cx:pt>
          <cx:pt idx="717">21</cx:pt>
          <cx:pt idx="718">22</cx:pt>
          <cx:pt idx="719">23</cx:pt>
          <cx:pt idx="720">0</cx:pt>
          <cx:pt idx="721">1</cx:pt>
          <cx:pt idx="722">2</cx:pt>
          <cx:pt idx="723">3</cx:pt>
          <cx:pt idx="724">4</cx:pt>
          <cx:pt idx="725">5</cx:pt>
          <cx:pt idx="726">6</cx:pt>
          <cx:pt idx="727">7</cx:pt>
          <cx:pt idx="728">8</cx:pt>
          <cx:pt idx="729">9</cx:pt>
          <cx:pt idx="730">10</cx:pt>
          <cx:pt idx="731">11</cx:pt>
          <cx:pt idx="732">12</cx:pt>
          <cx:pt idx="733">13</cx:pt>
          <cx:pt idx="734">14</cx:pt>
          <cx:pt idx="735">15</cx:pt>
          <cx:pt idx="736">16</cx:pt>
          <cx:pt idx="737">17</cx:pt>
          <cx:pt idx="738">18</cx:pt>
          <cx:pt idx="739">19</cx:pt>
          <cx:pt idx="740">20</cx:pt>
          <cx:pt idx="741">21</cx:pt>
          <cx:pt idx="742">22</cx:pt>
          <cx:pt idx="743">23</cx:pt>
          <cx:pt idx="744">0</cx:pt>
          <cx:pt idx="745">1</cx:pt>
          <cx:pt idx="746">2</cx:pt>
          <cx:pt idx="747">3</cx:pt>
          <cx:pt idx="748">4</cx:pt>
          <cx:pt idx="749">5</cx:pt>
          <cx:pt idx="750">6</cx:pt>
          <cx:pt idx="751">7</cx:pt>
          <cx:pt idx="752">8</cx:pt>
          <cx:pt idx="753">9</cx:pt>
          <cx:pt idx="754">10</cx:pt>
          <cx:pt idx="755">11</cx:pt>
          <cx:pt idx="756">12</cx:pt>
          <cx:pt idx="757">13</cx:pt>
          <cx:pt idx="758">14</cx:pt>
          <cx:pt idx="759">15</cx:pt>
          <cx:pt idx="760">16</cx:pt>
          <cx:pt idx="761">17</cx:pt>
          <cx:pt idx="762">18</cx:pt>
          <cx:pt idx="763">19</cx:pt>
          <cx:pt idx="764">20</cx:pt>
          <cx:pt idx="765">21</cx:pt>
          <cx:pt idx="766">22</cx:pt>
          <cx:pt idx="767">23</cx:pt>
          <cx:pt idx="768">0</cx:pt>
          <cx:pt idx="769">1</cx:pt>
          <cx:pt idx="770">2</cx:pt>
          <cx:pt idx="771">3</cx:pt>
          <cx:pt idx="772">4</cx:pt>
          <cx:pt idx="773">5</cx:pt>
          <cx:pt idx="774">6</cx:pt>
          <cx:pt idx="775">7</cx:pt>
          <cx:pt idx="776">8</cx:pt>
          <cx:pt idx="777">9</cx:pt>
          <cx:pt idx="778">10</cx:pt>
          <cx:pt idx="779">11</cx:pt>
          <cx:pt idx="780">12</cx:pt>
          <cx:pt idx="781">13</cx:pt>
          <cx:pt idx="782">14</cx:pt>
          <cx:pt idx="783">15</cx:pt>
          <cx:pt idx="784">16</cx:pt>
          <cx:pt idx="785">17</cx:pt>
          <cx:pt idx="786">18</cx:pt>
          <cx:pt idx="787">19</cx:pt>
          <cx:pt idx="788">20</cx:pt>
          <cx:pt idx="789">21</cx:pt>
          <cx:pt idx="790">22</cx:pt>
          <cx:pt idx="791">23</cx:pt>
          <cx:pt idx="792">0</cx:pt>
          <cx:pt idx="793">1</cx:pt>
          <cx:pt idx="794">2</cx:pt>
          <cx:pt idx="795">3</cx:pt>
          <cx:pt idx="796">4</cx:pt>
          <cx:pt idx="797">5</cx:pt>
          <cx:pt idx="798">6</cx:pt>
          <cx:pt idx="799">7</cx:pt>
          <cx:pt idx="800">8</cx:pt>
          <cx:pt idx="801">9</cx:pt>
          <cx:pt idx="802">10</cx:pt>
          <cx:pt idx="803">11</cx:pt>
          <cx:pt idx="804">12</cx:pt>
          <cx:pt idx="805">13</cx:pt>
          <cx:pt idx="806">14</cx:pt>
          <cx:pt idx="807">15</cx:pt>
          <cx:pt idx="808">16</cx:pt>
          <cx:pt idx="809">17</cx:pt>
          <cx:pt idx="810">18</cx:pt>
          <cx:pt idx="811">19</cx:pt>
          <cx:pt idx="812">20</cx:pt>
          <cx:pt idx="813">21</cx:pt>
          <cx:pt idx="814">22</cx:pt>
          <cx:pt idx="815">23</cx:pt>
          <cx:pt idx="816">0</cx:pt>
          <cx:pt idx="817">1</cx:pt>
          <cx:pt idx="818">2</cx:pt>
          <cx:pt idx="819">3</cx:pt>
          <cx:pt idx="820">4</cx:pt>
          <cx:pt idx="821">5</cx:pt>
          <cx:pt idx="822">6</cx:pt>
          <cx:pt idx="823">7</cx:pt>
          <cx:pt idx="824">8</cx:pt>
          <cx:pt idx="825">9</cx:pt>
          <cx:pt idx="826">10</cx:pt>
          <cx:pt idx="827">11</cx:pt>
          <cx:pt idx="828">12</cx:pt>
          <cx:pt idx="829">13</cx:pt>
          <cx:pt idx="830">14</cx:pt>
          <cx:pt idx="831">15</cx:pt>
          <cx:pt idx="832">16</cx:pt>
          <cx:pt idx="833">17</cx:pt>
          <cx:pt idx="834">18</cx:pt>
          <cx:pt idx="835">19</cx:pt>
          <cx:pt idx="836">20</cx:pt>
          <cx:pt idx="837">21</cx:pt>
          <cx:pt idx="838">22</cx:pt>
          <cx:pt idx="839">23</cx:pt>
          <cx:pt idx="840">0</cx:pt>
          <cx:pt idx="841">1</cx:pt>
          <cx:pt idx="842">2</cx:pt>
          <cx:pt idx="843">3</cx:pt>
          <cx:pt idx="844">4</cx:pt>
          <cx:pt idx="845">5</cx:pt>
          <cx:pt idx="846">6</cx:pt>
          <cx:pt idx="847">7</cx:pt>
          <cx:pt idx="848">8</cx:pt>
          <cx:pt idx="849">9</cx:pt>
          <cx:pt idx="850">10</cx:pt>
          <cx:pt idx="851">11</cx:pt>
          <cx:pt idx="852">12</cx:pt>
          <cx:pt idx="853">13</cx:pt>
          <cx:pt idx="854">14</cx:pt>
          <cx:pt idx="855">15</cx:pt>
          <cx:pt idx="856">16</cx:pt>
          <cx:pt idx="857">17</cx:pt>
          <cx:pt idx="858">18</cx:pt>
          <cx:pt idx="859">19</cx:pt>
          <cx:pt idx="860">20</cx:pt>
          <cx:pt idx="861">21</cx:pt>
          <cx:pt idx="862">22</cx:pt>
          <cx:pt idx="863">23</cx:pt>
          <cx:pt idx="864">0</cx:pt>
          <cx:pt idx="865">1</cx:pt>
          <cx:pt idx="866">2</cx:pt>
          <cx:pt idx="867">3</cx:pt>
          <cx:pt idx="868">4</cx:pt>
          <cx:pt idx="869">5</cx:pt>
          <cx:pt idx="870">6</cx:pt>
          <cx:pt idx="871">7</cx:pt>
          <cx:pt idx="872">8</cx:pt>
          <cx:pt idx="873">9</cx:pt>
          <cx:pt idx="874">10</cx:pt>
          <cx:pt idx="875">11</cx:pt>
          <cx:pt idx="876">12</cx:pt>
          <cx:pt idx="877">13</cx:pt>
          <cx:pt idx="878">14</cx:pt>
          <cx:pt idx="879">15</cx:pt>
          <cx:pt idx="880">16</cx:pt>
          <cx:pt idx="881">17</cx:pt>
          <cx:pt idx="882">18</cx:pt>
          <cx:pt idx="883">19</cx:pt>
          <cx:pt idx="884">20</cx:pt>
          <cx:pt idx="885">21</cx:pt>
          <cx:pt idx="886">22</cx:pt>
          <cx:pt idx="887">23</cx:pt>
          <cx:pt idx="888">0</cx:pt>
          <cx:pt idx="889">1</cx:pt>
          <cx:pt idx="890">2</cx:pt>
          <cx:pt idx="891">3</cx:pt>
          <cx:pt idx="892">4</cx:pt>
          <cx:pt idx="893">5</cx:pt>
          <cx:pt idx="894">6</cx:pt>
          <cx:pt idx="895">7</cx:pt>
          <cx:pt idx="896">8</cx:pt>
          <cx:pt idx="897">9</cx:pt>
          <cx:pt idx="898">10</cx:pt>
          <cx:pt idx="899">11</cx:pt>
          <cx:pt idx="900">12</cx:pt>
          <cx:pt idx="901">13</cx:pt>
          <cx:pt idx="902">14</cx:pt>
          <cx:pt idx="903">15</cx:pt>
          <cx:pt idx="904">16</cx:pt>
          <cx:pt idx="905">17</cx:pt>
          <cx:pt idx="906">18</cx:pt>
          <cx:pt idx="907">19</cx:pt>
          <cx:pt idx="908">20</cx:pt>
          <cx:pt idx="909">21</cx:pt>
          <cx:pt idx="910">22</cx:pt>
          <cx:pt idx="911">23</cx:pt>
          <cx:pt idx="912">0</cx:pt>
          <cx:pt idx="913">1</cx:pt>
          <cx:pt idx="914">2</cx:pt>
          <cx:pt idx="915">3</cx:pt>
          <cx:pt idx="916">4</cx:pt>
          <cx:pt idx="917">5</cx:pt>
          <cx:pt idx="918">6</cx:pt>
          <cx:pt idx="919">7</cx:pt>
          <cx:pt idx="920">8</cx:pt>
          <cx:pt idx="921">9</cx:pt>
          <cx:pt idx="922">10</cx:pt>
          <cx:pt idx="923">11</cx:pt>
          <cx:pt idx="924">12</cx:pt>
          <cx:pt idx="925">13</cx:pt>
          <cx:pt idx="926">14</cx:pt>
          <cx:pt idx="927">15</cx:pt>
          <cx:pt idx="928">16</cx:pt>
          <cx:pt idx="929">17</cx:pt>
          <cx:pt idx="930">18</cx:pt>
          <cx:pt idx="931">19</cx:pt>
          <cx:pt idx="932">20</cx:pt>
          <cx:pt idx="933">21</cx:pt>
          <cx:pt idx="934">22</cx:pt>
          <cx:pt idx="935">23</cx:pt>
          <cx:pt idx="936">0</cx:pt>
          <cx:pt idx="937">1</cx:pt>
          <cx:pt idx="938">2</cx:pt>
          <cx:pt idx="939">3</cx:pt>
          <cx:pt idx="940">4</cx:pt>
          <cx:pt idx="941">5</cx:pt>
          <cx:pt idx="942">6</cx:pt>
          <cx:pt idx="943">7</cx:pt>
          <cx:pt idx="944">8</cx:pt>
          <cx:pt idx="945">9</cx:pt>
          <cx:pt idx="946">10</cx:pt>
          <cx:pt idx="947">11</cx:pt>
          <cx:pt idx="948">12</cx:pt>
          <cx:pt idx="949">13</cx:pt>
          <cx:pt idx="950">14</cx:pt>
          <cx:pt idx="951">15</cx:pt>
          <cx:pt idx="952">16</cx:pt>
          <cx:pt idx="953">17</cx:pt>
          <cx:pt idx="954">18</cx:pt>
          <cx:pt idx="955">19</cx:pt>
          <cx:pt idx="956">20</cx:pt>
          <cx:pt idx="957">21</cx:pt>
          <cx:pt idx="958">22</cx:pt>
          <cx:pt idx="959">23</cx:pt>
          <cx:pt idx="960">0</cx:pt>
          <cx:pt idx="961">1</cx:pt>
          <cx:pt idx="962">2</cx:pt>
          <cx:pt idx="963">3</cx:pt>
          <cx:pt idx="964">4</cx:pt>
          <cx:pt idx="965">5</cx:pt>
          <cx:pt idx="966">6</cx:pt>
          <cx:pt idx="967">7</cx:pt>
          <cx:pt idx="968">8</cx:pt>
          <cx:pt idx="969">9</cx:pt>
          <cx:pt idx="970">10</cx:pt>
          <cx:pt idx="971">11</cx:pt>
          <cx:pt idx="972">12</cx:pt>
          <cx:pt idx="973">13</cx:pt>
          <cx:pt idx="974">14</cx:pt>
          <cx:pt idx="975">15</cx:pt>
          <cx:pt idx="976">16</cx:pt>
          <cx:pt idx="977">17</cx:pt>
          <cx:pt idx="978">18</cx:pt>
          <cx:pt idx="979">19</cx:pt>
          <cx:pt idx="980">20</cx:pt>
          <cx:pt idx="981">21</cx:pt>
          <cx:pt idx="982">22</cx:pt>
          <cx:pt idx="983">23</cx:pt>
          <cx:pt idx="984">0</cx:pt>
          <cx:pt idx="985">1</cx:pt>
          <cx:pt idx="986">2</cx:pt>
          <cx:pt idx="987">3</cx:pt>
          <cx:pt idx="988">4</cx:pt>
          <cx:pt idx="989">5</cx:pt>
          <cx:pt idx="990">6</cx:pt>
          <cx:pt idx="991">7</cx:pt>
          <cx:pt idx="992">8</cx:pt>
          <cx:pt idx="993">9</cx:pt>
          <cx:pt idx="994">10</cx:pt>
          <cx:pt idx="995">11</cx:pt>
          <cx:pt idx="996">12</cx:pt>
          <cx:pt idx="997">13</cx:pt>
          <cx:pt idx="998">14</cx:pt>
          <cx:pt idx="999">15</cx:pt>
          <cx:pt idx="1000">16</cx:pt>
          <cx:pt idx="1001">17</cx:pt>
          <cx:pt idx="1002">18</cx:pt>
          <cx:pt idx="1003">19</cx:pt>
          <cx:pt idx="1004">20</cx:pt>
          <cx:pt idx="1005">21</cx:pt>
          <cx:pt idx="1006">22</cx:pt>
          <cx:pt idx="1007">23</cx:pt>
          <cx:pt idx="1008">0</cx:pt>
          <cx:pt idx="1009">1</cx:pt>
          <cx:pt idx="1010">2</cx:pt>
          <cx:pt idx="1011">3</cx:pt>
          <cx:pt idx="1012">4</cx:pt>
          <cx:pt idx="1013">5</cx:pt>
          <cx:pt idx="1014">6</cx:pt>
          <cx:pt idx="1015">7</cx:pt>
          <cx:pt idx="1016">8</cx:pt>
          <cx:pt idx="1017">9</cx:pt>
          <cx:pt idx="1018">10</cx:pt>
          <cx:pt idx="1019">11</cx:pt>
          <cx:pt idx="1020">12</cx:pt>
          <cx:pt idx="1021">13</cx:pt>
          <cx:pt idx="1022">14</cx:pt>
          <cx:pt idx="1023">15</cx:pt>
          <cx:pt idx="1024">16</cx:pt>
          <cx:pt idx="1025">17</cx:pt>
          <cx:pt idx="1026">18</cx:pt>
          <cx:pt idx="1027">19</cx:pt>
          <cx:pt idx="1028">20</cx:pt>
          <cx:pt idx="1029">21</cx:pt>
          <cx:pt idx="1030">22</cx:pt>
          <cx:pt idx="1031">23</cx:pt>
          <cx:pt idx="1032">0</cx:pt>
          <cx:pt idx="1033">1</cx:pt>
          <cx:pt idx="1034">2</cx:pt>
          <cx:pt idx="1035">3</cx:pt>
          <cx:pt idx="1036">4</cx:pt>
          <cx:pt idx="1037">5</cx:pt>
          <cx:pt idx="1038">6</cx:pt>
          <cx:pt idx="1039">7</cx:pt>
          <cx:pt idx="1040">8</cx:pt>
          <cx:pt idx="1041">9</cx:pt>
          <cx:pt idx="1042">10</cx:pt>
          <cx:pt idx="1043">11</cx:pt>
          <cx:pt idx="1044">12</cx:pt>
          <cx:pt idx="1045">13</cx:pt>
          <cx:pt idx="1046">14</cx:pt>
          <cx:pt idx="1047">15</cx:pt>
          <cx:pt idx="1048">16</cx:pt>
          <cx:pt idx="1049">17</cx:pt>
          <cx:pt idx="1050">18</cx:pt>
          <cx:pt idx="1051">19</cx:pt>
          <cx:pt idx="1052">20</cx:pt>
          <cx:pt idx="1053">21</cx:pt>
          <cx:pt idx="1054">22</cx:pt>
          <cx:pt idx="1055">23</cx:pt>
          <cx:pt idx="1056">0</cx:pt>
          <cx:pt idx="1057">1</cx:pt>
          <cx:pt idx="1058">2</cx:pt>
          <cx:pt idx="1059">3</cx:pt>
          <cx:pt idx="1060">4</cx:pt>
          <cx:pt idx="1061">5</cx:pt>
          <cx:pt idx="1062">6</cx:pt>
          <cx:pt idx="1063">7</cx:pt>
          <cx:pt idx="1064">8</cx:pt>
          <cx:pt idx="1065">9</cx:pt>
          <cx:pt idx="1066">10</cx:pt>
          <cx:pt idx="1067">11</cx:pt>
          <cx:pt idx="1068">12</cx:pt>
          <cx:pt idx="1069">13</cx:pt>
          <cx:pt idx="1070">14</cx:pt>
          <cx:pt idx="1071">15</cx:pt>
          <cx:pt idx="1072">16</cx:pt>
          <cx:pt idx="1073">17</cx:pt>
          <cx:pt idx="1074">18</cx:pt>
          <cx:pt idx="1075">19</cx:pt>
          <cx:pt idx="1076">20</cx:pt>
          <cx:pt idx="1077">21</cx:pt>
          <cx:pt idx="1078">22</cx:pt>
          <cx:pt idx="1079">23</cx:pt>
          <cx:pt idx="1080">0</cx:pt>
          <cx:pt idx="1081">1</cx:pt>
          <cx:pt idx="1082">2</cx:pt>
          <cx:pt idx="1083">3</cx:pt>
          <cx:pt idx="1084">4</cx:pt>
          <cx:pt idx="1085">5</cx:pt>
          <cx:pt idx="1086">6</cx:pt>
          <cx:pt idx="1087">7</cx:pt>
          <cx:pt idx="1088">8</cx:pt>
          <cx:pt idx="1089">9</cx:pt>
          <cx:pt idx="1090">10</cx:pt>
          <cx:pt idx="1091">11</cx:pt>
          <cx:pt idx="1092">12</cx:pt>
          <cx:pt idx="1093">13</cx:pt>
          <cx:pt idx="1094">14</cx:pt>
          <cx:pt idx="1095">15</cx:pt>
          <cx:pt idx="1096">16</cx:pt>
          <cx:pt idx="1097">17</cx:pt>
          <cx:pt idx="1098">18</cx:pt>
          <cx:pt idx="1099">19</cx:pt>
          <cx:pt idx="1100">20</cx:pt>
          <cx:pt idx="1101">21</cx:pt>
          <cx:pt idx="1102">22</cx:pt>
          <cx:pt idx="1103">23</cx:pt>
          <cx:pt idx="1104">0</cx:pt>
          <cx:pt idx="1105">1</cx:pt>
          <cx:pt idx="1106">2</cx:pt>
          <cx:pt idx="1107">3</cx:pt>
          <cx:pt idx="1108">4</cx:pt>
          <cx:pt idx="1109">5</cx:pt>
          <cx:pt idx="1110">6</cx:pt>
          <cx:pt idx="1111">7</cx:pt>
          <cx:pt idx="1112">8</cx:pt>
          <cx:pt idx="1113">9</cx:pt>
          <cx:pt idx="1114">10</cx:pt>
          <cx:pt idx="1115">11</cx:pt>
          <cx:pt idx="1116">12</cx:pt>
          <cx:pt idx="1117">13</cx:pt>
          <cx:pt idx="1118">14</cx:pt>
          <cx:pt idx="1119">15</cx:pt>
          <cx:pt idx="1120">16</cx:pt>
          <cx:pt idx="1121">17</cx:pt>
          <cx:pt idx="1122">18</cx:pt>
          <cx:pt idx="1123">19</cx:pt>
          <cx:pt idx="1124">20</cx:pt>
          <cx:pt idx="1125">21</cx:pt>
          <cx:pt idx="1126">22</cx:pt>
          <cx:pt idx="1127">23</cx:pt>
          <cx:pt idx="1128">0</cx:pt>
          <cx:pt idx="1129">1</cx:pt>
          <cx:pt idx="1130">2</cx:pt>
          <cx:pt idx="1131">3</cx:pt>
          <cx:pt idx="1132">4</cx:pt>
          <cx:pt idx="1133">5</cx:pt>
          <cx:pt idx="1134">6</cx:pt>
          <cx:pt idx="1135">7</cx:pt>
          <cx:pt idx="1136">8</cx:pt>
          <cx:pt idx="1137">9</cx:pt>
          <cx:pt idx="1138">10</cx:pt>
          <cx:pt idx="1139">11</cx:pt>
          <cx:pt idx="1140">12</cx:pt>
          <cx:pt idx="1141">13</cx:pt>
          <cx:pt idx="1142">14</cx:pt>
          <cx:pt idx="1143">15</cx:pt>
          <cx:pt idx="1144">16</cx:pt>
          <cx:pt idx="1145">17</cx:pt>
          <cx:pt idx="1146">18</cx:pt>
          <cx:pt idx="1147">19</cx:pt>
          <cx:pt idx="1148">20</cx:pt>
          <cx:pt idx="1149">21</cx:pt>
          <cx:pt idx="1150">22</cx:pt>
          <cx:pt idx="1151">23</cx:pt>
          <cx:pt idx="1152">0</cx:pt>
          <cx:pt idx="1153">1</cx:pt>
          <cx:pt idx="1154">2</cx:pt>
          <cx:pt idx="1155">3</cx:pt>
          <cx:pt idx="1156">4</cx:pt>
          <cx:pt idx="1157">5</cx:pt>
          <cx:pt idx="1158">6</cx:pt>
          <cx:pt idx="1159">7</cx:pt>
          <cx:pt idx="1160">8</cx:pt>
          <cx:pt idx="1161">9</cx:pt>
          <cx:pt idx="1162">10</cx:pt>
          <cx:pt idx="1163">11</cx:pt>
          <cx:pt idx="1164">12</cx:pt>
          <cx:pt idx="1165">13</cx:pt>
          <cx:pt idx="1166">14</cx:pt>
          <cx:pt idx="1167">15</cx:pt>
          <cx:pt idx="1168">16</cx:pt>
          <cx:pt idx="1169">17</cx:pt>
          <cx:pt idx="1170">18</cx:pt>
          <cx:pt idx="1171">19</cx:pt>
          <cx:pt idx="1172">20</cx:pt>
          <cx:pt idx="1173">21</cx:pt>
          <cx:pt idx="1174">22</cx:pt>
          <cx:pt idx="1175">23</cx:pt>
          <cx:pt idx="1176">0</cx:pt>
          <cx:pt idx="1177">1</cx:pt>
          <cx:pt idx="1178">2</cx:pt>
          <cx:pt idx="1179">3</cx:pt>
          <cx:pt idx="1180">4</cx:pt>
          <cx:pt idx="1181">5</cx:pt>
          <cx:pt idx="1182">6</cx:pt>
          <cx:pt idx="1183">7</cx:pt>
          <cx:pt idx="1184">8</cx:pt>
          <cx:pt idx="1185">9</cx:pt>
          <cx:pt idx="1186">10</cx:pt>
          <cx:pt idx="1187">11</cx:pt>
          <cx:pt idx="1188">12</cx:pt>
          <cx:pt idx="1189">13</cx:pt>
          <cx:pt idx="1190">14</cx:pt>
          <cx:pt idx="1191">15</cx:pt>
          <cx:pt idx="1192">16</cx:pt>
          <cx:pt idx="1193">17</cx:pt>
          <cx:pt idx="1194">18</cx:pt>
          <cx:pt idx="1195">19</cx:pt>
          <cx:pt idx="1196">20</cx:pt>
          <cx:pt idx="1197">21</cx:pt>
          <cx:pt idx="1198">22</cx:pt>
          <cx:pt idx="1199">23</cx:pt>
          <cx:pt idx="1200">0</cx:pt>
          <cx:pt idx="1201">1</cx:pt>
          <cx:pt idx="1202">2</cx:pt>
          <cx:pt idx="1203">3</cx:pt>
          <cx:pt idx="1204">4</cx:pt>
          <cx:pt idx="1205">5</cx:pt>
          <cx:pt idx="1206">6</cx:pt>
          <cx:pt idx="1207">7</cx:pt>
          <cx:pt idx="1208">8</cx:pt>
          <cx:pt idx="1209">9</cx:pt>
          <cx:pt idx="1210">10</cx:pt>
          <cx:pt idx="1211">11</cx:pt>
          <cx:pt idx="1212">12</cx:pt>
          <cx:pt idx="1213">13</cx:pt>
          <cx:pt idx="1214">14</cx:pt>
          <cx:pt idx="1215">15</cx:pt>
          <cx:pt idx="1216">16</cx:pt>
          <cx:pt idx="1217">17</cx:pt>
          <cx:pt idx="1218">18</cx:pt>
          <cx:pt idx="1219">19</cx:pt>
          <cx:pt idx="1220">20</cx:pt>
          <cx:pt idx="1221">21</cx:pt>
          <cx:pt idx="1222">22</cx:pt>
          <cx:pt idx="1223">23</cx:pt>
          <cx:pt idx="1224">0</cx:pt>
          <cx:pt idx="1225">1</cx:pt>
          <cx:pt idx="1226">2</cx:pt>
          <cx:pt idx="1227">3</cx:pt>
          <cx:pt idx="1228">4</cx:pt>
          <cx:pt idx="1229">5</cx:pt>
          <cx:pt idx="1230">6</cx:pt>
          <cx:pt idx="1231">7</cx:pt>
          <cx:pt idx="1232">8</cx:pt>
          <cx:pt idx="1233">9</cx:pt>
          <cx:pt idx="1234">10</cx:pt>
          <cx:pt idx="1235">11</cx:pt>
          <cx:pt idx="1236">12</cx:pt>
          <cx:pt idx="1237">13</cx:pt>
          <cx:pt idx="1238">14</cx:pt>
          <cx:pt idx="1239">15</cx:pt>
          <cx:pt idx="1240">16</cx:pt>
          <cx:pt idx="1241">17</cx:pt>
          <cx:pt idx="1242">18</cx:pt>
          <cx:pt idx="1243">19</cx:pt>
          <cx:pt idx="1244">20</cx:pt>
          <cx:pt idx="1245">21</cx:pt>
          <cx:pt idx="1246">22</cx:pt>
          <cx:pt idx="1247">23</cx:pt>
          <cx:pt idx="1248">0</cx:pt>
          <cx:pt idx="1249">1</cx:pt>
          <cx:pt idx="1250">2</cx:pt>
          <cx:pt idx="1251">3</cx:pt>
          <cx:pt idx="1252">4</cx:pt>
          <cx:pt idx="1253">5</cx:pt>
          <cx:pt idx="1254">6</cx:pt>
          <cx:pt idx="1255">7</cx:pt>
          <cx:pt idx="1256">8</cx:pt>
          <cx:pt idx="1257">9</cx:pt>
          <cx:pt idx="1258">10</cx:pt>
          <cx:pt idx="1259">11</cx:pt>
          <cx:pt idx="1260">12</cx:pt>
          <cx:pt idx="1261">13</cx:pt>
          <cx:pt idx="1262">14</cx:pt>
          <cx:pt idx="1263">15</cx:pt>
          <cx:pt idx="1264">16</cx:pt>
          <cx:pt idx="1265">17</cx:pt>
          <cx:pt idx="1266">18</cx:pt>
          <cx:pt idx="1267">19</cx:pt>
          <cx:pt idx="1268">20</cx:pt>
          <cx:pt idx="1269">21</cx:pt>
          <cx:pt idx="1270">22</cx:pt>
          <cx:pt idx="1271">23</cx:pt>
          <cx:pt idx="1272">0</cx:pt>
          <cx:pt idx="1273">1</cx:pt>
          <cx:pt idx="1274">2</cx:pt>
          <cx:pt idx="1275">3</cx:pt>
          <cx:pt idx="1276">4</cx:pt>
          <cx:pt idx="1277">5</cx:pt>
          <cx:pt idx="1278">6</cx:pt>
          <cx:pt idx="1279">7</cx:pt>
          <cx:pt idx="1280">8</cx:pt>
          <cx:pt idx="1281">9</cx:pt>
          <cx:pt idx="1282">10</cx:pt>
          <cx:pt idx="1283">11</cx:pt>
          <cx:pt idx="1284">12</cx:pt>
          <cx:pt idx="1285">13</cx:pt>
          <cx:pt idx="1286">14</cx:pt>
          <cx:pt idx="1287">15</cx:pt>
          <cx:pt idx="1288">16</cx:pt>
          <cx:pt idx="1289">17</cx:pt>
          <cx:pt idx="1290">18</cx:pt>
          <cx:pt idx="1291">19</cx:pt>
          <cx:pt idx="1292">20</cx:pt>
          <cx:pt idx="1293">21</cx:pt>
          <cx:pt idx="1294">22</cx:pt>
          <cx:pt idx="1295">23</cx:pt>
          <cx:pt idx="1296">0</cx:pt>
          <cx:pt idx="1297">1</cx:pt>
          <cx:pt idx="1298">2</cx:pt>
          <cx:pt idx="1299">3</cx:pt>
          <cx:pt idx="1300">4</cx:pt>
          <cx:pt idx="1301">5</cx:pt>
          <cx:pt idx="1302">6</cx:pt>
          <cx:pt idx="1303">7</cx:pt>
          <cx:pt idx="1304">8</cx:pt>
          <cx:pt idx="1305">9</cx:pt>
          <cx:pt idx="1306">10</cx:pt>
          <cx:pt idx="1307">11</cx:pt>
          <cx:pt idx="1308">12</cx:pt>
          <cx:pt idx="1309">13</cx:pt>
          <cx:pt idx="1310">14</cx:pt>
          <cx:pt idx="1311">15</cx:pt>
          <cx:pt idx="1312">16</cx:pt>
          <cx:pt idx="1313">17</cx:pt>
          <cx:pt idx="1314">18</cx:pt>
          <cx:pt idx="1315">19</cx:pt>
          <cx:pt idx="1316">20</cx:pt>
          <cx:pt idx="1317">21</cx:pt>
          <cx:pt idx="1318">22</cx:pt>
          <cx:pt idx="1319">23</cx:pt>
          <cx:pt idx="1320">0</cx:pt>
          <cx:pt idx="1321">9</cx:pt>
          <cx:pt idx="1322">9</cx:pt>
          <cx:pt idx="1323">15</cx:pt>
          <cx:pt idx="1324">16</cx:pt>
          <cx:pt idx="1325">17</cx:pt>
          <cx:pt idx="1326">18</cx:pt>
          <cx:pt idx="1327">19</cx:pt>
          <cx:pt idx="1328">20</cx:pt>
          <cx:pt idx="1329">21</cx:pt>
          <cx:pt idx="1330">22</cx:pt>
          <cx:pt idx="1331">23</cx:pt>
          <cx:pt idx="1332">0</cx:pt>
          <cx:pt idx="1333">9</cx:pt>
          <cx:pt idx="1334">1</cx:pt>
          <cx:pt idx="1335">2</cx:pt>
          <cx:pt idx="1336">3</cx:pt>
          <cx:pt idx="1337">4</cx:pt>
          <cx:pt idx="1338">5</cx:pt>
          <cx:pt idx="1339">6</cx:pt>
          <cx:pt idx="1340">7</cx:pt>
          <cx:pt idx="1341">8</cx:pt>
          <cx:pt idx="1342">9</cx:pt>
          <cx:pt idx="1343">10</cx:pt>
          <cx:pt idx="1344">9</cx:pt>
          <cx:pt idx="1345">11</cx:pt>
          <cx:pt idx="1346">12</cx:pt>
          <cx:pt idx="1347">13</cx:pt>
          <cx:pt idx="1348">14</cx:pt>
          <cx:pt idx="1349">15</cx:pt>
          <cx:pt idx="1350">16</cx:pt>
          <cx:pt idx="1351">17</cx:pt>
          <cx:pt idx="1352">18</cx:pt>
          <cx:pt idx="1353">19</cx:pt>
          <cx:pt idx="1354">20</cx:pt>
          <cx:pt idx="1355">6</cx:pt>
          <cx:pt idx="1356">21</cx:pt>
          <cx:pt idx="1357">22</cx:pt>
          <cx:pt idx="1358">23</cx:pt>
          <cx:pt idx="1359">0</cx:pt>
          <cx:pt idx="1360">1</cx:pt>
          <cx:pt idx="1361">2</cx:pt>
          <cx:pt idx="1362">3</cx:pt>
          <cx:pt idx="1363">4</cx:pt>
          <cx:pt idx="1364">5</cx:pt>
          <cx:pt idx="1365">6</cx:pt>
          <cx:pt idx="1366">7</cx:pt>
          <cx:pt idx="1367">7</cx:pt>
          <cx:pt idx="1368">8</cx:pt>
          <cx:pt idx="1369">9</cx:pt>
          <cx:pt idx="1370">10</cx:pt>
          <cx:pt idx="1371">11</cx:pt>
          <cx:pt idx="1372">12</cx:pt>
          <cx:pt idx="1373">13</cx:pt>
          <cx:pt idx="1374">14</cx:pt>
          <cx:pt idx="1375">15</cx:pt>
          <cx:pt idx="1376">16</cx:pt>
          <cx:pt idx="1377">8</cx:pt>
          <cx:pt idx="1378">17</cx:pt>
          <cx:pt idx="1379">18</cx:pt>
          <cx:pt idx="1380">19</cx:pt>
          <cx:pt idx="1381">20</cx:pt>
          <cx:pt idx="1382">21</cx:pt>
          <cx:pt idx="1383">22</cx:pt>
          <cx:pt idx="1384">23</cx:pt>
          <cx:pt idx="1385">0</cx:pt>
          <cx:pt idx="1386">1</cx:pt>
          <cx:pt idx="1387">2</cx:pt>
          <cx:pt idx="1388">9</cx:pt>
          <cx:pt idx="1389">3</cx:pt>
          <cx:pt idx="1390">4</cx:pt>
          <cx:pt idx="1391">5</cx:pt>
          <cx:pt idx="1392">6</cx:pt>
          <cx:pt idx="1393">7</cx:pt>
          <cx:pt idx="1394">8</cx:pt>
          <cx:pt idx="1395">9</cx:pt>
          <cx:pt idx="1396">10</cx:pt>
          <cx:pt idx="1397">11</cx:pt>
          <cx:pt idx="1398">12</cx:pt>
          <cx:pt idx="1399">10</cx:pt>
          <cx:pt idx="1400">13</cx:pt>
          <cx:pt idx="1401">14</cx:pt>
          <cx:pt idx="1402">15</cx:pt>
          <cx:pt idx="1403">16</cx:pt>
          <cx:pt idx="1404">17</cx:pt>
          <cx:pt idx="1405">18</cx:pt>
          <cx:pt idx="1406">19</cx:pt>
          <cx:pt idx="1407">20</cx:pt>
          <cx:pt idx="1408">21</cx:pt>
          <cx:pt idx="1409">22</cx:pt>
          <cx:pt idx="1410">11</cx:pt>
          <cx:pt idx="1411">23</cx:pt>
          <cx:pt idx="1412">0</cx:pt>
          <cx:pt idx="1413">1</cx:pt>
          <cx:pt idx="1414">2</cx:pt>
          <cx:pt idx="1415">3</cx:pt>
          <cx:pt idx="1416">4</cx:pt>
          <cx:pt idx="1417">5</cx:pt>
          <cx:pt idx="1418">6</cx:pt>
          <cx:pt idx="1419">7</cx:pt>
          <cx:pt idx="1420">8</cx:pt>
          <cx:pt idx="1421">12</cx:pt>
          <cx:pt idx="1422">9</cx:pt>
          <cx:pt idx="1423">10</cx:pt>
          <cx:pt idx="1424">11</cx:pt>
          <cx:pt idx="1425">12</cx:pt>
          <cx:pt idx="1426">13</cx:pt>
          <cx:pt idx="1427">14</cx:pt>
          <cx:pt idx="1428">15</cx:pt>
          <cx:pt idx="1429">16</cx:pt>
          <cx:pt idx="1430">17</cx:pt>
          <cx:pt idx="1431">18</cx:pt>
          <cx:pt idx="1432">10</cx:pt>
          <cx:pt idx="1433">13</cx:pt>
          <cx:pt idx="1434">19</cx:pt>
          <cx:pt idx="1435">20</cx:pt>
          <cx:pt idx="1436">21</cx:pt>
          <cx:pt idx="1437">22</cx:pt>
          <cx:pt idx="1438">23</cx:pt>
          <cx:pt idx="1439">0</cx:pt>
          <cx:pt idx="1440">1</cx:pt>
          <cx:pt idx="1441">2</cx:pt>
          <cx:pt idx="1442">3</cx:pt>
          <cx:pt idx="1443">4</cx:pt>
          <cx:pt idx="1444">14</cx:pt>
          <cx:pt idx="1445">5</cx:pt>
          <cx:pt idx="1446">6</cx:pt>
          <cx:pt idx="1447">7</cx:pt>
          <cx:pt idx="1448">8</cx:pt>
          <cx:pt idx="1449">9</cx:pt>
          <cx:pt idx="1450">10</cx:pt>
          <cx:pt idx="1451">11</cx:pt>
          <cx:pt idx="1452">12</cx:pt>
          <cx:pt idx="1453">13</cx:pt>
          <cx:pt idx="1454">14</cx:pt>
          <cx:pt idx="1455">15</cx:pt>
          <cx:pt idx="1456">15</cx:pt>
          <cx:pt idx="1457">16</cx:pt>
          <cx:pt idx="1458">17</cx:pt>
          <cx:pt idx="1459">18</cx:pt>
          <cx:pt idx="1460">19</cx:pt>
          <cx:pt idx="1461">20</cx:pt>
          <cx:pt idx="1462">21</cx:pt>
          <cx:pt idx="1463">22</cx:pt>
          <cx:pt idx="1464">23</cx:pt>
          <cx:pt idx="1465">0</cx:pt>
          <cx:pt idx="1466">16</cx:pt>
          <cx:pt idx="1467">1</cx:pt>
          <cx:pt idx="1468">2</cx:pt>
          <cx:pt idx="1469">3</cx:pt>
          <cx:pt idx="1470">4</cx:pt>
          <cx:pt idx="1471">5</cx:pt>
          <cx:pt idx="1472">6</cx:pt>
          <cx:pt idx="1473">7</cx:pt>
          <cx:pt idx="1474">8</cx:pt>
          <cx:pt idx="1475">9</cx:pt>
          <cx:pt idx="1476">10</cx:pt>
          <cx:pt idx="1477">17</cx:pt>
          <cx:pt idx="1478">11</cx:pt>
          <cx:pt idx="1479">12</cx:pt>
          <cx:pt idx="1480">13</cx:pt>
          <cx:pt idx="1481">14</cx:pt>
          <cx:pt idx="1482">15</cx:pt>
          <cx:pt idx="1483">16</cx:pt>
          <cx:pt idx="1484">17</cx:pt>
          <cx:pt idx="1485">18</cx:pt>
          <cx:pt idx="1486">19</cx:pt>
          <cx:pt idx="1487">20</cx:pt>
          <cx:pt idx="1488">18</cx:pt>
          <cx:pt idx="1489">21</cx:pt>
          <cx:pt idx="1490">22</cx:pt>
          <cx:pt idx="1491">23</cx:pt>
          <cx:pt idx="1492">0</cx:pt>
          <cx:pt idx="1493">1</cx:pt>
          <cx:pt idx="1494">2</cx:pt>
          <cx:pt idx="1495">3</cx:pt>
          <cx:pt idx="1496">4</cx:pt>
          <cx:pt idx="1497">5</cx:pt>
          <cx:pt idx="1498">6</cx:pt>
          <cx:pt idx="1499">19</cx:pt>
          <cx:pt idx="1500">7</cx:pt>
          <cx:pt idx="1501">8</cx:pt>
          <cx:pt idx="1502">9</cx:pt>
          <cx:pt idx="1503">10</cx:pt>
          <cx:pt idx="1504">11</cx:pt>
          <cx:pt idx="1505">12</cx:pt>
          <cx:pt idx="1506">13</cx:pt>
          <cx:pt idx="1507">14</cx:pt>
          <cx:pt idx="1508">15</cx:pt>
          <cx:pt idx="1509">16</cx:pt>
          <cx:pt idx="1510">20</cx:pt>
          <cx:pt idx="1511">17</cx:pt>
          <cx:pt idx="1512">18</cx:pt>
          <cx:pt idx="1513">19</cx:pt>
          <cx:pt idx="1514">20</cx:pt>
          <cx:pt idx="1515">21</cx:pt>
          <cx:pt idx="1516">22</cx:pt>
          <cx:pt idx="1517">23</cx:pt>
          <cx:pt idx="1518">0</cx:pt>
          <cx:pt idx="1519">1</cx:pt>
          <cx:pt idx="1520">2</cx:pt>
          <cx:pt idx="1521">21</cx:pt>
          <cx:pt idx="1522">3</cx:pt>
          <cx:pt idx="1523">4</cx:pt>
          <cx:pt idx="1524">5</cx:pt>
          <cx:pt idx="1525">6</cx:pt>
          <cx:pt idx="1526">7</cx:pt>
          <cx:pt idx="1527">8</cx:pt>
          <cx:pt idx="1528">9</cx:pt>
          <cx:pt idx="1529">10</cx:pt>
          <cx:pt idx="1530">11</cx:pt>
          <cx:pt idx="1531">12</cx:pt>
          <cx:pt idx="1532">22</cx:pt>
          <cx:pt idx="1533">13</cx:pt>
          <cx:pt idx="1534">14</cx:pt>
          <cx:pt idx="1535">15</cx:pt>
          <cx:pt idx="1536">16</cx:pt>
          <cx:pt idx="1537">17</cx:pt>
          <cx:pt idx="1538">18</cx:pt>
          <cx:pt idx="1539">19</cx:pt>
          <cx:pt idx="1540">20</cx:pt>
          <cx:pt idx="1541">21</cx:pt>
          <cx:pt idx="1542">22</cx:pt>
          <cx:pt idx="1543">11</cx:pt>
          <cx:pt idx="1544">23</cx:pt>
          <cx:pt idx="1545">23</cx:pt>
          <cx:pt idx="1546">0</cx:pt>
          <cx:pt idx="1547">1</cx:pt>
          <cx:pt idx="1548">2</cx:pt>
          <cx:pt idx="1549">3</cx:pt>
          <cx:pt idx="1550">4</cx:pt>
          <cx:pt idx="1551">5</cx:pt>
          <cx:pt idx="1552">6</cx:pt>
          <cx:pt idx="1553">7</cx:pt>
          <cx:pt idx="1554">8</cx:pt>
          <cx:pt idx="1555">0</cx:pt>
          <cx:pt idx="1556">9</cx:pt>
          <cx:pt idx="1557">10</cx:pt>
          <cx:pt idx="1558">11</cx:pt>
          <cx:pt idx="1559">12</cx:pt>
          <cx:pt idx="1560">13</cx:pt>
          <cx:pt idx="1561">14</cx:pt>
          <cx:pt idx="1562">15</cx:pt>
          <cx:pt idx="1563">16</cx:pt>
          <cx:pt idx="1564">17</cx:pt>
          <cx:pt idx="1565">18</cx:pt>
          <cx:pt idx="1566">1</cx:pt>
          <cx:pt idx="1567">19</cx:pt>
          <cx:pt idx="1568">20</cx:pt>
          <cx:pt idx="1569">21</cx:pt>
          <cx:pt idx="1570">22</cx:pt>
          <cx:pt idx="1571">23</cx:pt>
          <cx:pt idx="1572">0</cx:pt>
          <cx:pt idx="1573">1</cx:pt>
          <cx:pt idx="1574">2</cx:pt>
          <cx:pt idx="1575">3</cx:pt>
          <cx:pt idx="1576">4</cx:pt>
          <cx:pt idx="1577">2</cx:pt>
          <cx:pt idx="1578">5</cx:pt>
          <cx:pt idx="1579">6</cx:pt>
          <cx:pt idx="1580">7</cx:pt>
          <cx:pt idx="1581">8</cx:pt>
          <cx:pt idx="1582">9</cx:pt>
          <cx:pt idx="1583">10</cx:pt>
          <cx:pt idx="1584">11</cx:pt>
          <cx:pt idx="1585">12</cx:pt>
          <cx:pt idx="1586">13</cx:pt>
          <cx:pt idx="1587">14</cx:pt>
          <cx:pt idx="1588">3</cx:pt>
          <cx:pt idx="1589">15</cx:pt>
          <cx:pt idx="1590">16</cx:pt>
          <cx:pt idx="1591">17</cx:pt>
          <cx:pt idx="1592">18</cx:pt>
          <cx:pt idx="1593">19</cx:pt>
          <cx:pt idx="1594">20</cx:pt>
          <cx:pt idx="1595">21</cx:pt>
          <cx:pt idx="1596">22</cx:pt>
          <cx:pt idx="1597">23</cx:pt>
          <cx:pt idx="1598">0</cx:pt>
          <cx:pt idx="1599">4</cx:pt>
          <cx:pt idx="1600">1</cx:pt>
          <cx:pt idx="1601">2</cx:pt>
          <cx:pt idx="1602">3</cx:pt>
          <cx:pt idx="1603">4</cx:pt>
          <cx:pt idx="1604">5</cx:pt>
          <cx:pt idx="1605">6</cx:pt>
          <cx:pt idx="1606">7</cx:pt>
          <cx:pt idx="1607">8</cx:pt>
          <cx:pt idx="1608">9</cx:pt>
          <cx:pt idx="1609">10</cx:pt>
          <cx:pt idx="1610">5</cx:pt>
          <cx:pt idx="1611">11</cx:pt>
          <cx:pt idx="1612">12</cx:pt>
          <cx:pt idx="1613">13</cx:pt>
          <cx:pt idx="1614">14</cx:pt>
          <cx:pt idx="1615">15</cx:pt>
          <cx:pt idx="1616">16</cx:pt>
          <cx:pt idx="1617">17</cx:pt>
          <cx:pt idx="1618">18</cx:pt>
          <cx:pt idx="1619">19</cx:pt>
          <cx:pt idx="1620">20</cx:pt>
          <cx:pt idx="1621">6</cx:pt>
          <cx:pt idx="1622">21</cx:pt>
          <cx:pt idx="1623">22</cx:pt>
          <cx:pt idx="1624">23</cx:pt>
          <cx:pt idx="1625">0</cx:pt>
          <cx:pt idx="1626">1</cx:pt>
          <cx:pt idx="1627">2</cx:pt>
          <cx:pt idx="1628">3</cx:pt>
          <cx:pt idx="1629">4</cx:pt>
          <cx:pt idx="1630">5</cx:pt>
          <cx:pt idx="1631">6</cx:pt>
          <cx:pt idx="1632">7</cx:pt>
          <cx:pt idx="1633">7</cx:pt>
          <cx:pt idx="1634">8</cx:pt>
          <cx:pt idx="1635">9</cx:pt>
          <cx:pt idx="1636">10</cx:pt>
          <cx:pt idx="1637">11</cx:pt>
          <cx:pt idx="1638">12</cx:pt>
          <cx:pt idx="1639">13</cx:pt>
          <cx:pt idx="1640">14</cx:pt>
          <cx:pt idx="1641">15</cx:pt>
          <cx:pt idx="1642">16</cx:pt>
          <cx:pt idx="1643">8</cx:pt>
          <cx:pt idx="1644">17</cx:pt>
          <cx:pt idx="1645">18</cx:pt>
          <cx:pt idx="1646">19</cx:pt>
          <cx:pt idx="1647">20</cx:pt>
          <cx:pt idx="1648">21</cx:pt>
          <cx:pt idx="1649">22</cx:pt>
          <cx:pt idx="1650">23</cx:pt>
          <cx:pt idx="1651">0</cx:pt>
          <cx:pt idx="1652">1</cx:pt>
          <cx:pt idx="1653">2</cx:pt>
          <cx:pt idx="1654">12</cx:pt>
          <cx:pt idx="1655">9</cx:pt>
          <cx:pt idx="1656">3</cx:pt>
          <cx:pt idx="1657">4</cx:pt>
          <cx:pt idx="1658">5</cx:pt>
          <cx:pt idx="1659">6</cx:pt>
          <cx:pt idx="1660">7</cx:pt>
          <cx:pt idx="1661">8</cx:pt>
          <cx:pt idx="1662">9</cx:pt>
          <cx:pt idx="1663">10</cx:pt>
          <cx:pt idx="1664">11</cx:pt>
          <cx:pt idx="1665">12</cx:pt>
          <cx:pt idx="1666">10</cx:pt>
          <cx:pt idx="1667">13</cx:pt>
          <cx:pt idx="1668">14</cx:pt>
          <cx:pt idx="1669">15</cx:pt>
          <cx:pt idx="1670">16</cx:pt>
          <cx:pt idx="1671">17</cx:pt>
          <cx:pt idx="1672">18</cx:pt>
          <cx:pt idx="1673">19</cx:pt>
          <cx:pt idx="1674">20</cx:pt>
          <cx:pt idx="1675">21</cx:pt>
          <cx:pt idx="1676">22</cx:pt>
          <cx:pt idx="1677">11</cx:pt>
          <cx:pt idx="1678">23</cx:pt>
          <cx:pt idx="1679">12</cx:pt>
          <cx:pt idx="1680">13</cx:pt>
          <cx:pt idx="1681">14</cx:pt>
          <cx:pt idx="1682">15</cx:pt>
          <cx:pt idx="1683">16</cx:pt>
          <cx:pt idx="1684">17</cx:pt>
          <cx:pt idx="1685">18</cx:pt>
          <cx:pt idx="1686">13</cx:pt>
          <cx:pt idx="1687">19</cx:pt>
          <cx:pt idx="1688">20</cx:pt>
          <cx:pt idx="1689">21</cx:pt>
          <cx:pt idx="1690">22</cx:pt>
          <cx:pt idx="1691">23</cx:pt>
          <cx:pt idx="1692">0</cx:pt>
          <cx:pt idx="1693">1</cx:pt>
          <cx:pt idx="1694">2</cx:pt>
          <cx:pt idx="1695">3</cx:pt>
          <cx:pt idx="1696">4</cx:pt>
          <cx:pt idx="1697">14</cx:pt>
          <cx:pt idx="1698">5</cx:pt>
          <cx:pt idx="1699">6</cx:pt>
          <cx:pt idx="1700">7</cx:pt>
          <cx:pt idx="1701">8</cx:pt>
          <cx:pt idx="1702">9</cx:pt>
          <cx:pt idx="1703">10</cx:pt>
          <cx:pt idx="1704">11</cx:pt>
          <cx:pt idx="1705">12</cx:pt>
          <cx:pt idx="1706">13</cx:pt>
          <cx:pt idx="1707">14</cx:pt>
          <cx:pt idx="1708">15</cx:pt>
          <cx:pt idx="1709">15</cx:pt>
          <cx:pt idx="1710">16</cx:pt>
          <cx:pt idx="1711">17</cx:pt>
          <cx:pt idx="1712">18</cx:pt>
          <cx:pt idx="1713">19</cx:pt>
          <cx:pt idx="1714">20</cx:pt>
          <cx:pt idx="1715">21</cx:pt>
          <cx:pt idx="1716">22</cx:pt>
          <cx:pt idx="1717">23</cx:pt>
          <cx:pt idx="1718">0</cx:pt>
          <cx:pt idx="1719">16</cx:pt>
          <cx:pt idx="1720">1</cx:pt>
          <cx:pt idx="1721">2</cx:pt>
          <cx:pt idx="1722">3</cx:pt>
          <cx:pt idx="1723">4</cx:pt>
          <cx:pt idx="1724">5</cx:pt>
          <cx:pt idx="1725">6</cx:pt>
          <cx:pt idx="1726">7</cx:pt>
          <cx:pt idx="1727">8</cx:pt>
          <cx:pt idx="1728">9</cx:pt>
          <cx:pt idx="1729">10</cx:pt>
          <cx:pt idx="1730">17</cx:pt>
          <cx:pt idx="1731">11</cx:pt>
          <cx:pt idx="1732">12</cx:pt>
          <cx:pt idx="1733">13</cx:pt>
          <cx:pt idx="1734">14</cx:pt>
          <cx:pt idx="1735">15</cx:pt>
          <cx:pt idx="1736">16</cx:pt>
          <cx:pt idx="1737">17</cx:pt>
          <cx:pt idx="1738">18</cx:pt>
          <cx:pt idx="1739">19</cx:pt>
          <cx:pt idx="1740">20</cx:pt>
          <cx:pt idx="1741">18</cx:pt>
          <cx:pt idx="1742">21</cx:pt>
          <cx:pt idx="1743">22</cx:pt>
          <cx:pt idx="1744">23</cx:pt>
          <cx:pt idx="1745">0</cx:pt>
          <cx:pt idx="1746">1</cx:pt>
          <cx:pt idx="1747">2</cx:pt>
          <cx:pt idx="1748">3</cx:pt>
          <cx:pt idx="1749">4</cx:pt>
          <cx:pt idx="1750">5</cx:pt>
          <cx:pt idx="1751">6</cx:pt>
          <cx:pt idx="1752">1</cx:pt>
          <cx:pt idx="1753">19</cx:pt>
          <cx:pt idx="1754">7</cx:pt>
          <cx:pt idx="1755">8</cx:pt>
          <cx:pt idx="1756">9</cx:pt>
          <cx:pt idx="1757">10</cx:pt>
          <cx:pt idx="1758">11</cx:pt>
          <cx:pt idx="1759">12</cx:pt>
          <cx:pt idx="1760">13</cx:pt>
          <cx:pt idx="1761">14</cx:pt>
          <cx:pt idx="1762">15</cx:pt>
          <cx:pt idx="1763">16</cx:pt>
          <cx:pt idx="1764">20</cx:pt>
          <cx:pt idx="1765">17</cx:pt>
          <cx:pt idx="1766">18</cx:pt>
          <cx:pt idx="1767">19</cx:pt>
          <cx:pt idx="1768">20</cx:pt>
          <cx:pt idx="1769">21</cx:pt>
          <cx:pt idx="1770">22</cx:pt>
          <cx:pt idx="1771">23</cx:pt>
          <cx:pt idx="1772">0</cx:pt>
          <cx:pt idx="1773">1</cx:pt>
          <cx:pt idx="1774">2</cx:pt>
          <cx:pt idx="1775">21</cx:pt>
          <cx:pt idx="1776">3</cx:pt>
          <cx:pt idx="1777">4</cx:pt>
          <cx:pt idx="1778">5</cx:pt>
          <cx:pt idx="1779">6</cx:pt>
          <cx:pt idx="1780">7</cx:pt>
          <cx:pt idx="1781">8</cx:pt>
          <cx:pt idx="1782">9</cx:pt>
          <cx:pt idx="1783">10</cx:pt>
          <cx:pt idx="1784">11</cx:pt>
          <cx:pt idx="1785">12</cx:pt>
          <cx:pt idx="1786">22</cx:pt>
          <cx:pt idx="1787">13</cx:pt>
          <cx:pt idx="1788">14</cx:pt>
          <cx:pt idx="1789">15</cx:pt>
          <cx:pt idx="1790">16</cx:pt>
          <cx:pt idx="1791">17</cx:pt>
          <cx:pt idx="1792">18</cx:pt>
          <cx:pt idx="1793">19</cx:pt>
          <cx:pt idx="1794">20</cx:pt>
          <cx:pt idx="1795">21</cx:pt>
          <cx:pt idx="1796">22</cx:pt>
          <cx:pt idx="1797">23</cx:pt>
          <cx:pt idx="1798">23</cx:pt>
          <cx:pt idx="1799">0</cx:pt>
          <cx:pt idx="1800">1</cx:pt>
          <cx:pt idx="1801">2</cx:pt>
          <cx:pt idx="1802">3</cx:pt>
          <cx:pt idx="1803">4</cx:pt>
          <cx:pt idx="1804">5</cx:pt>
          <cx:pt idx="1805">6</cx:pt>
          <cx:pt idx="1806">7</cx:pt>
          <cx:pt idx="1807">8</cx:pt>
          <cx:pt idx="1808">0</cx:pt>
          <cx:pt idx="1809">9</cx:pt>
          <cx:pt idx="1810">10</cx:pt>
          <cx:pt idx="1811">11</cx:pt>
          <cx:pt idx="1812">12</cx:pt>
          <cx:pt idx="1813">13</cx:pt>
          <cx:pt idx="1814">14</cx:pt>
          <cx:pt idx="1815">15</cx:pt>
          <cx:pt idx="1816">16</cx:pt>
          <cx:pt idx="1817">17</cx:pt>
          <cx:pt idx="1818">18</cx:pt>
          <cx:pt idx="1819">1</cx:pt>
          <cx:pt idx="1820">19</cx:pt>
          <cx:pt idx="1821">20</cx:pt>
          <cx:pt idx="1822">21</cx:pt>
          <cx:pt idx="1823">22</cx:pt>
          <cx:pt idx="1824">23</cx:pt>
          <cx:pt idx="1825">0</cx:pt>
          <cx:pt idx="1826">1</cx:pt>
          <cx:pt idx="1827">2</cx:pt>
          <cx:pt idx="1828">3</cx:pt>
          <cx:pt idx="1829">4</cx:pt>
          <cx:pt idx="1830">2</cx:pt>
          <cx:pt idx="1831">5</cx:pt>
          <cx:pt idx="1832">6</cx:pt>
          <cx:pt idx="1833">7</cx:pt>
          <cx:pt idx="1834">8</cx:pt>
          <cx:pt idx="1835">9</cx:pt>
          <cx:pt idx="1836">10</cx:pt>
          <cx:pt idx="1837">11</cx:pt>
          <cx:pt idx="1838">12</cx:pt>
          <cx:pt idx="1839">13</cx:pt>
          <cx:pt idx="1840">14</cx:pt>
          <cx:pt idx="1841">3</cx:pt>
          <cx:pt idx="1842">15</cx:pt>
          <cx:pt idx="1843">16</cx:pt>
          <cx:pt idx="1844">17</cx:pt>
          <cx:pt idx="1845">18</cx:pt>
          <cx:pt idx="1846">19</cx:pt>
          <cx:pt idx="1847">20</cx:pt>
          <cx:pt idx="1848">21</cx:pt>
          <cx:pt idx="1849">22</cx:pt>
          <cx:pt idx="1850">23</cx:pt>
          <cx:pt idx="1851">0</cx:pt>
          <cx:pt idx="1852">4</cx:pt>
          <cx:pt idx="1853">1</cx:pt>
          <cx:pt idx="1854">2</cx:pt>
          <cx:pt idx="1855">3</cx:pt>
          <cx:pt idx="1856">4</cx:pt>
          <cx:pt idx="1857">5</cx:pt>
          <cx:pt idx="1858">6</cx:pt>
          <cx:pt idx="1859">7</cx:pt>
          <cx:pt idx="1860">8</cx:pt>
          <cx:pt idx="1861">9</cx:pt>
          <cx:pt idx="1862">10</cx:pt>
          <cx:pt idx="1863">2</cx:pt>
          <cx:pt idx="1864">5</cx:pt>
          <cx:pt idx="1865">11</cx:pt>
          <cx:pt idx="1866">12</cx:pt>
          <cx:pt idx="1867">13</cx:pt>
          <cx:pt idx="1868">14</cx:pt>
          <cx:pt idx="1869">15</cx:pt>
          <cx:pt idx="1870">16</cx:pt>
          <cx:pt idx="1871">17</cx:pt>
          <cx:pt idx="1872">18</cx:pt>
          <cx:pt idx="1873">19</cx:pt>
          <cx:pt idx="1874">20</cx:pt>
          <cx:pt idx="1875">6</cx:pt>
          <cx:pt idx="1876">21</cx:pt>
          <cx:pt idx="1877">22</cx:pt>
          <cx:pt idx="1878">23</cx:pt>
          <cx:pt idx="1879">0</cx:pt>
          <cx:pt idx="1880">1</cx:pt>
          <cx:pt idx="1881">2</cx:pt>
          <cx:pt idx="1882">3</cx:pt>
          <cx:pt idx="1883">4</cx:pt>
          <cx:pt idx="1884">5</cx:pt>
          <cx:pt idx="1885">6</cx:pt>
          <cx:pt idx="1886">7</cx:pt>
          <cx:pt idx="1887">7</cx:pt>
          <cx:pt idx="1888">8</cx:pt>
          <cx:pt idx="1889">9</cx:pt>
          <cx:pt idx="1890">10</cx:pt>
          <cx:pt idx="1891">11</cx:pt>
          <cx:pt idx="1892">12</cx:pt>
          <cx:pt idx="1893">13</cx:pt>
          <cx:pt idx="1894">14</cx:pt>
          <cx:pt idx="1895">15</cx:pt>
          <cx:pt idx="1896">16</cx:pt>
          <cx:pt idx="1897">8</cx:pt>
          <cx:pt idx="1898">17</cx:pt>
          <cx:pt idx="1899">18</cx:pt>
        </cx:lvl>
      </cx:numDim>
    </cx:data>
  </cx:chartData>
  <cx:chart>
    <cx:plotArea>
      <cx:plotAreaRegion>
        <cx:series layoutId="clusteredColumn" uniqueId="{E7ED6A6B-9060-4A9A-B4B0-56F10B484A7E}">
          <cx:tx>
            <cx:txData>
              <cx:f>EVData!$U$1</cx:f>
              <cx:v>Hour_of_Day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tle>
          <cx:tx>
            <cx:txData>
              <cx:v>Hour of the day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rPr>
                <a:t>Hour of the day</a:t>
              </a:r>
            </a:p>
          </cx:txPr>
        </cx:title>
        <cx:tickLabels/>
      </cx:axis>
      <cx:axis id="1">
        <cx:valScaling/>
        <cx:title>
          <cx:tx>
            <cx:txData>
              <cx:v>No. of users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rPr>
                <a:t>No. of users</a:t>
              </a:r>
            </a:p>
          </cx:txPr>
        </cx:title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0.37494</cdr:x>
      <cdr:y>0.64063</cdr:y>
    </cdr:from>
    <cdr:to>
      <cdr:x>0.45657</cdr:x>
      <cdr:y>0.77596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A6300CA0-9DA7-25AF-84D2-C368853FDEEC}"/>
            </a:ext>
          </a:extLst>
        </cdr:cNvPr>
        <cdr:cNvSpPr/>
      </cdr:nvSpPr>
      <cdr:spPr>
        <a:xfrm xmlns:a="http://schemas.openxmlformats.org/drawingml/2006/main">
          <a:off x="3590412" y="3726644"/>
          <a:ext cx="781665" cy="78729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900" dirty="0">
              <a:solidFill>
                <a:schemeClr val="tx1"/>
              </a:solidFill>
            </a:rPr>
            <a:t>Higher charging duration</a:t>
          </a:r>
        </a:p>
      </cdr:txBody>
    </cdr:sp>
  </cdr:relSizeAnchor>
</c:userShape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7:59:21.6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7:59:25.7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17:59:31.5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5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9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9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4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36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0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9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5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8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0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13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56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05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84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4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2139E8C-C6CD-491C-83B0-3C0BC64940E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A7E54B-3D6E-4D54-844F-49375985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4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valakhorasani/electric-vehicle-charging-patterns/dat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7BE3-38E0-29AF-45F4-33E35D26C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642" y="3429000"/>
            <a:ext cx="4805996" cy="1297115"/>
          </a:xfrm>
        </p:spPr>
        <p:txBody>
          <a:bodyPr anchor="t">
            <a:normAutofit fontScale="90000"/>
          </a:bodyPr>
          <a:lstStyle/>
          <a:p>
            <a:r>
              <a:rPr lang="en-US" sz="3400" dirty="0">
                <a:solidFill>
                  <a:schemeClr val="tx2"/>
                </a:solidFill>
              </a:rPr>
              <a:t>Electric Vehicle Charging Analysis and Optimization</a:t>
            </a:r>
          </a:p>
        </p:txBody>
      </p:sp>
      <p:pic>
        <p:nvPicPr>
          <p:cNvPr id="20" name="Graphic 19" descr="Parking Location">
            <a:extLst>
              <a:ext uri="{FF2B5EF4-FFF2-40B4-BE49-F238E27FC236}">
                <a16:creationId xmlns:a16="http://schemas.microsoft.com/office/drawing/2014/main" id="{C6C533DD-7A0E-CE4B-31B3-7C7FB0D40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9786C34-8FB4-9F4D-2347-2204DBE72E81}"/>
              </a:ext>
            </a:extLst>
          </p:cNvPr>
          <p:cNvSpPr txBox="1">
            <a:spLocks/>
          </p:cNvSpPr>
          <p:nvPr/>
        </p:nvSpPr>
        <p:spPr>
          <a:xfrm>
            <a:off x="6674235" y="4533314"/>
            <a:ext cx="4805996" cy="129711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975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2"/>
                </a:solidFill>
              </a:rPr>
              <a:t>- Pooja Mengaji</a:t>
            </a:r>
          </a:p>
        </p:txBody>
      </p:sp>
    </p:spTree>
    <p:extLst>
      <p:ext uri="{BB962C8B-B14F-4D97-AF65-F5344CB8AC3E}">
        <p14:creationId xmlns:p14="http://schemas.microsoft.com/office/powerpoint/2010/main" val="120233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8A07C-2DFC-B49E-6D47-5DDD5B6CC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43348"/>
            <a:ext cx="10018713" cy="651387"/>
          </a:xfrm>
        </p:spPr>
        <p:txBody>
          <a:bodyPr>
            <a:normAutofit fontScale="90000"/>
          </a:bodyPr>
          <a:lstStyle/>
          <a:p>
            <a:r>
              <a:rPr lang="en-IN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AF24-9A48-8F7B-0BE2-0EC26380E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2297" y="1133166"/>
            <a:ext cx="10018713" cy="312420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project aims to develop a comprehensive Excel-based analytical application that analyzes, models and forecasts key trends in electric vehicle (EV) charging behavior. </a:t>
            </a:r>
          </a:p>
          <a:p>
            <a:r>
              <a:rPr lang="en-US" dirty="0"/>
              <a:t>It explores various aspects of EV charging such as station utilization, cost sensitivity, driver behavior, and seasonal variations.</a:t>
            </a:r>
          </a:p>
          <a:p>
            <a:r>
              <a:rPr lang="en-US" dirty="0"/>
              <a:t>The goal is to create an interactive, data-driven tool that combines descriptive analytics, predictive modeling, and Monte Carlo simulation to provide valuable insights for EV infrastructure planning and energy management. </a:t>
            </a:r>
          </a:p>
          <a:p>
            <a:r>
              <a:rPr lang="en-US" dirty="0"/>
              <a:t>The model will help decision makers understand station performance, forecast costs under uncertainty, and identify efficiency patterns based on temperature, vehicle type, and user behavior.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CA872A-31DF-6E60-73FF-66E3502F2894}"/>
                  </a:ext>
                </a:extLst>
              </p14:cNvPr>
              <p14:cNvContentPartPr/>
              <p14:nvPr/>
            </p14:nvContentPartPr>
            <p14:xfrm>
              <a:off x="6597209" y="170086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CA872A-31DF-6E60-73FF-66E3502F28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79569" y="168286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9F3332-DA40-0A1E-F5AA-68F0F736BC61}"/>
                  </a:ext>
                </a:extLst>
              </p14:cNvPr>
              <p14:cNvContentPartPr/>
              <p14:nvPr/>
            </p14:nvContentPartPr>
            <p14:xfrm>
              <a:off x="3175769" y="211378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9F3332-DA40-0A1E-F5AA-68F0F736BC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7769" y="209578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B75B8F-A757-2560-AB74-3EA5E77C2737}"/>
                  </a:ext>
                </a:extLst>
              </p14:cNvPr>
              <p14:cNvContentPartPr/>
              <p14:nvPr/>
            </p14:nvContentPartPr>
            <p14:xfrm>
              <a:off x="5289689" y="233026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B75B8F-A757-2560-AB74-3EA5E77C27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72049" y="2312261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559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DFF7-4345-52CA-BB68-F5D5EEC8A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EE0A-02B6-D981-8668-AB8E2EA1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43348"/>
            <a:ext cx="10018713" cy="651387"/>
          </a:xfrm>
        </p:spPr>
        <p:txBody>
          <a:bodyPr>
            <a:normAutofit fontScale="90000"/>
          </a:bodyPr>
          <a:lstStyle/>
          <a:p>
            <a:r>
              <a:rPr lang="en-IN" dirty="0"/>
              <a:t>Data Source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E48BE-440A-73F7-F634-DD57A07F3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52051"/>
            <a:ext cx="10018713" cy="2054941"/>
          </a:xfrm>
        </p:spPr>
        <p:txBody>
          <a:bodyPr>
            <a:normAutofit/>
          </a:bodyPr>
          <a:lstStyle/>
          <a:p>
            <a:r>
              <a:rPr lang="en-US" sz="2000" dirty="0"/>
              <a:t>Primary source – </a:t>
            </a:r>
            <a:r>
              <a:rPr lang="en-US" sz="2000" i="1" dirty="0"/>
              <a:t>Electric Vehicle Charging Patterns</a:t>
            </a:r>
            <a:r>
              <a:rPr lang="en-US" sz="2000" dirty="0"/>
              <a:t> dataset</a:t>
            </a:r>
            <a:br>
              <a:rPr lang="en-US" sz="2000" dirty="0"/>
            </a:br>
            <a:r>
              <a:rPr lang="en-US" sz="2000" dirty="0"/>
              <a:t>(Kaggle link: </a:t>
            </a:r>
            <a:r>
              <a:rPr lang="en-US" sz="2000" u="sng" dirty="0">
                <a:hlinkClick r:id="rId2"/>
              </a:rPr>
              <a:t>https://www.kaggle.com/datasets/valakhorasani/electric-vehicle-charging-patterns/data</a:t>
            </a:r>
            <a:r>
              <a:rPr lang="en-US" sz="2000" u="sng" dirty="0"/>
              <a:t>)</a:t>
            </a:r>
          </a:p>
          <a:p>
            <a:r>
              <a:rPr lang="en-US" sz="2000" dirty="0"/>
              <a:t>Additional fabricated data was generated to increase the volume and improve the quality of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2189697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D51D4-48E1-8136-01E6-C76708FA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26213" cy="671615"/>
          </a:xfrm>
        </p:spPr>
        <p:txBody>
          <a:bodyPr>
            <a:normAutofit fontScale="90000"/>
          </a:bodyPr>
          <a:lstStyle/>
          <a:p>
            <a:r>
              <a:rPr lang="en-IN" dirty="0"/>
              <a:t>Architecture of the Dashboard</a:t>
            </a:r>
            <a:endParaRPr 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97079973-E75E-A701-F912-40A31A712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200" y="1257634"/>
            <a:ext cx="1325562" cy="320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Box 27">
            <a:extLst>
              <a:ext uri="{FF2B5EF4-FFF2-40B4-BE49-F238E27FC236}">
                <a16:creationId xmlns:a16="http://schemas.microsoft.com/office/drawing/2014/main" id="{B52B86E3-2F97-636A-CAE7-08666B10D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8674" y="2276809"/>
            <a:ext cx="936626" cy="3889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Load Data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26">
            <a:extLst>
              <a:ext uri="{FF2B5EF4-FFF2-40B4-BE49-F238E27FC236}">
                <a16:creationId xmlns:a16="http://schemas.microsoft.com/office/drawing/2014/main" id="{F5BF7D4F-A563-611A-8CB1-2CE67D047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8537" y="2276809"/>
            <a:ext cx="1189038" cy="3889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 Data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BF5086D1-F50B-84E8-A5D4-308F02B61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612" y="2262522"/>
            <a:ext cx="1608138" cy="4032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 Even Analysis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C63B4EDB-B361-C210-3D76-57B63494C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2000" y="2262522"/>
            <a:ext cx="1508125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Simulation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7E15A51-1ECF-D175-B6E9-398CD6C2C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5712" y="1902159"/>
            <a:ext cx="544036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0" name="AutoShape 22">
            <a:extLst>
              <a:ext uri="{FF2B5EF4-FFF2-40B4-BE49-F238E27FC236}">
                <a16:creationId xmlns:a16="http://schemas.microsoft.com/office/drawing/2014/main" id="{E549D02B-0EEA-14C3-A2FC-10D60659C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5712" y="1902159"/>
            <a:ext cx="0" cy="3429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1" name="AutoShape 21">
            <a:extLst>
              <a:ext uri="{FF2B5EF4-FFF2-40B4-BE49-F238E27FC236}">
                <a16:creationId xmlns:a16="http://schemas.microsoft.com/office/drawing/2014/main" id="{4D4D38D1-F74E-AA85-8B39-6867792C6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0362" y="1902159"/>
            <a:ext cx="0" cy="3587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C11B3008-8EBA-B54B-7060-721ABC6AB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6762" y="1902159"/>
            <a:ext cx="0" cy="3587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3" name="AutoShape 19">
            <a:extLst>
              <a:ext uri="{FF2B5EF4-FFF2-40B4-BE49-F238E27FC236}">
                <a16:creationId xmlns:a16="http://schemas.microsoft.com/office/drawing/2014/main" id="{0654CCEF-A64C-4CEC-6DDB-39B5D217F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6075" y="1902159"/>
            <a:ext cx="0" cy="3587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4" name="AutoShape 18">
            <a:extLst>
              <a:ext uri="{FF2B5EF4-FFF2-40B4-BE49-F238E27FC236}">
                <a16:creationId xmlns:a16="http://schemas.microsoft.com/office/drawing/2014/main" id="{DF6C6092-C2E8-46F3-197C-E4C045359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4612" y="1594184"/>
            <a:ext cx="0" cy="2889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7509EE1E-EA88-21D6-BC1C-0316C3A7A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062" y="3195972"/>
            <a:ext cx="762000" cy="1095375"/>
          </a:xfrm>
          <a:prstGeom prst="can">
            <a:avLst>
              <a:gd name="adj" fmla="val 35938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EV data (Kaggle source)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96B17D5-9AE1-584A-C67E-9CC13DC11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5712" y="2681622"/>
            <a:ext cx="0" cy="479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A1B1E140-4914-C920-2A67-E4108CD45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062" y="3161047"/>
            <a:ext cx="982663" cy="4651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Charging Station Utilization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AEEECC1B-22A6-2CBA-647C-82C643D18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062" y="3908759"/>
            <a:ext cx="1050925" cy="465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Charging Cost Sensitivity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D56E86B-01A8-9AA9-A5DE-38F9D92A5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937" y="4731084"/>
            <a:ext cx="1050925" cy="465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Driver Behavior Profiling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CC506E41-4883-6D29-926D-88D45AAFE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937" y="5508959"/>
            <a:ext cx="1050925" cy="465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Seasonal Charging Behavior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BAD6807F-85E4-455C-8B12-C00EF431A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0775" y="2665747"/>
            <a:ext cx="0" cy="3048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22" name="AutoShape 10">
            <a:extLst>
              <a:ext uri="{FF2B5EF4-FFF2-40B4-BE49-F238E27FC236}">
                <a16:creationId xmlns:a16="http://schemas.microsoft.com/office/drawing/2014/main" id="{D382300F-2F15-5FAA-887E-0944EB5C83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0775" y="3405522"/>
            <a:ext cx="41116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6CC81DEA-E7A5-18AA-D92D-3CA27E683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0775" y="4151647"/>
            <a:ext cx="41116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24" name="AutoShape 8">
            <a:extLst>
              <a:ext uri="{FF2B5EF4-FFF2-40B4-BE49-F238E27FC236}">
                <a16:creationId xmlns:a16="http://schemas.microsoft.com/office/drawing/2014/main" id="{9CE6DDDE-BE74-E524-3EBB-D1DD3880B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0775" y="4959684"/>
            <a:ext cx="41116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25" name="AutoShape 7">
            <a:extLst>
              <a:ext uri="{FF2B5EF4-FFF2-40B4-BE49-F238E27FC236}">
                <a16:creationId xmlns:a16="http://schemas.microsoft.com/office/drawing/2014/main" id="{8A010F20-492E-69F6-C1A1-2A9C416CE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4900" y="5713747"/>
            <a:ext cx="41116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26" name="AutoShape 6">
            <a:extLst>
              <a:ext uri="{FF2B5EF4-FFF2-40B4-BE49-F238E27FC236}">
                <a16:creationId xmlns:a16="http://schemas.microsoft.com/office/drawing/2014/main" id="{856DC2F3-D089-F813-0F32-82DE3930D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6800" y="3165809"/>
            <a:ext cx="1393825" cy="728663"/>
          </a:xfrm>
          <a:prstGeom prst="flowChartPredefined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Monte Carlo based revenue forecasting using (@Risk)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048D9D95-5430-4C00-2A04-014DD266C5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9875" y="2665747"/>
            <a:ext cx="0" cy="479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EABC8880-8893-4FD3-DB43-0D63F5CA4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800" y="3173747"/>
            <a:ext cx="1295400" cy="592137"/>
          </a:xfrm>
          <a:prstGeom prst="flowChartPredefined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What-if Scenario modeling (Goal Seek)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8186C23E-47CE-A3DC-C571-77BA89D46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3300" y="2665747"/>
            <a:ext cx="0" cy="479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A707AC2D-E3D2-7979-5460-24D5F9F30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374" y="4812047"/>
            <a:ext cx="1050926" cy="4651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Derive attributes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1">
            <a:extLst>
              <a:ext uri="{FF2B5EF4-FFF2-40B4-BE49-F238E27FC236}">
                <a16:creationId xmlns:a16="http://schemas.microsoft.com/office/drawing/2014/main" id="{F5D519CA-96DB-C3B3-1EAA-21CA38C843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125" y="4324684"/>
            <a:ext cx="0" cy="4794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/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B116FBA8-6E72-03A2-BFB2-B25CAF46C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374" y="8160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43">
            <a:extLst>
              <a:ext uri="{FF2B5EF4-FFF2-40B4-BE49-F238E27FC236}">
                <a16:creationId xmlns:a16="http://schemas.microsoft.com/office/drawing/2014/main" id="{4744AB4E-93C9-CD1E-368F-8B66CE56D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374" y="12732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7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1D59-48DF-435D-DF5E-43C7DD93F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820" y="127819"/>
            <a:ext cx="9547483" cy="612058"/>
          </a:xfrm>
        </p:spPr>
        <p:txBody>
          <a:bodyPr>
            <a:normAutofit fontScale="90000"/>
          </a:bodyPr>
          <a:lstStyle/>
          <a:p>
            <a:r>
              <a:rPr lang="en-IN" dirty="0"/>
              <a:t>Dashboard Preview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4016FC-2C36-E618-A433-1A941447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35" y="851451"/>
            <a:ext cx="9164329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77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5807-4619-B92A-57CA-CF89B4609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973" y="0"/>
            <a:ext cx="10018713" cy="952081"/>
          </a:xfrm>
        </p:spPr>
        <p:txBody>
          <a:bodyPr/>
          <a:lstStyle/>
          <a:p>
            <a:r>
              <a:rPr lang="en-US" dirty="0"/>
              <a:t>Top 10 busy charging stations</a:t>
            </a:r>
          </a:p>
        </p:txBody>
      </p:sp>
      <p:graphicFrame>
        <p:nvGraphicFramePr>
          <p:cNvPr id="3" name="Top10BusyStationChart">
            <a:extLst>
              <a:ext uri="{FF2B5EF4-FFF2-40B4-BE49-F238E27FC236}">
                <a16:creationId xmlns:a16="http://schemas.microsoft.com/office/drawing/2014/main" id="{4BBF1B05-A84C-41EA-A753-9CEFBE3312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197510"/>
              </p:ext>
            </p:extLst>
          </p:nvPr>
        </p:nvGraphicFramePr>
        <p:xfrm>
          <a:off x="1209369" y="1920731"/>
          <a:ext cx="9645444" cy="4293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6">
            <a:extLst>
              <a:ext uri="{FF2B5EF4-FFF2-40B4-BE49-F238E27FC236}">
                <a16:creationId xmlns:a16="http://schemas.microsoft.com/office/drawing/2014/main" id="{4433D12E-82FD-45B8-4FD9-307270F3AE0A}"/>
              </a:ext>
            </a:extLst>
          </p:cNvPr>
          <p:cNvSpPr txBox="1"/>
          <p:nvPr/>
        </p:nvSpPr>
        <p:spPr>
          <a:xfrm>
            <a:off x="2484119" y="2035277"/>
            <a:ext cx="1438951" cy="7084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Top most busy</a:t>
            </a:r>
            <a:r>
              <a:rPr lang="en-US" baseline="0" dirty="0"/>
              <a:t> station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83DD49-002E-DA3E-29BD-BA37AD1C48FC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986116" y="2389485"/>
            <a:ext cx="498003" cy="3542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67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A10D-F71F-1C4F-A9AD-2355F2F9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2639-5298-3CE5-CD3E-B4CFB17D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2" y="117198"/>
            <a:ext cx="10515600" cy="817299"/>
          </a:xfrm>
        </p:spPr>
        <p:txBody>
          <a:bodyPr/>
          <a:lstStyle/>
          <a:p>
            <a:r>
              <a:rPr lang="en-US" dirty="0"/>
              <a:t>Average monthly utilization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5716D07-72DE-30E7-DD9B-8F7D609026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2991527"/>
              </p:ext>
            </p:extLst>
          </p:nvPr>
        </p:nvGraphicFramePr>
        <p:xfrm>
          <a:off x="1223809" y="1442761"/>
          <a:ext cx="9744382" cy="5050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allout: Line 6">
            <a:extLst>
              <a:ext uri="{FF2B5EF4-FFF2-40B4-BE49-F238E27FC236}">
                <a16:creationId xmlns:a16="http://schemas.microsoft.com/office/drawing/2014/main" id="{28AE3E48-0840-8DBC-5CA8-27F52F95F0B2}"/>
              </a:ext>
            </a:extLst>
          </p:cNvPr>
          <p:cNvSpPr/>
          <p:nvPr/>
        </p:nvSpPr>
        <p:spPr>
          <a:xfrm>
            <a:off x="7806811" y="3797621"/>
            <a:ext cx="904570" cy="340393"/>
          </a:xfrm>
          <a:prstGeom prst="borderCallout1">
            <a:avLst>
              <a:gd name="adj1" fmla="val 34799"/>
              <a:gd name="adj2" fmla="val 1344"/>
              <a:gd name="adj3" fmla="val 326263"/>
              <a:gd name="adj4" fmla="val -2419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No data</a:t>
            </a:r>
            <a:endParaRPr lang="en-US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47D541-37A5-3E47-7B99-10D6E320F319}"/>
              </a:ext>
            </a:extLst>
          </p:cNvPr>
          <p:cNvSpPr/>
          <p:nvPr/>
        </p:nvSpPr>
        <p:spPr>
          <a:xfrm>
            <a:off x="6322140" y="4906298"/>
            <a:ext cx="2576054" cy="737419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74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2875-AB4B-ABA5-9079-5BDCCB92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472" y="542004"/>
            <a:ext cx="10018713" cy="716526"/>
          </a:xfrm>
        </p:spPr>
        <p:txBody>
          <a:bodyPr>
            <a:normAutofit/>
          </a:bodyPr>
          <a:lstStyle/>
          <a:p>
            <a:r>
              <a:rPr lang="en-US" sz="3200" dirty="0"/>
              <a:t>Peak hour of charging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55A419D6-A7A7-2170-3B09-AAA335CF6808}"/>
              </a:ext>
            </a:extLst>
          </p:cNvPr>
          <p:cNvSpPr/>
          <p:nvPr/>
        </p:nvSpPr>
        <p:spPr>
          <a:xfrm>
            <a:off x="3647767" y="1483443"/>
            <a:ext cx="1332272" cy="491613"/>
          </a:xfrm>
          <a:prstGeom prst="borderCallout1">
            <a:avLst>
              <a:gd name="adj1" fmla="val 34799"/>
              <a:gd name="adj2" fmla="val 1344"/>
              <a:gd name="adj3" fmla="val 112500"/>
              <a:gd name="adj4" fmla="val -383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Peak hour</a:t>
            </a:r>
            <a:endParaRPr lang="en-US" sz="1200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C3D80991-AEEA-9689-D02E-00355BC1796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59804571"/>
                  </p:ext>
                </p:extLst>
              </p:nvPr>
            </p:nvGraphicFramePr>
            <p:xfrm>
              <a:off x="2130977" y="1483444"/>
              <a:ext cx="8823701" cy="485113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C3D80991-AEEA-9689-D02E-00355BC179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0977" y="1483444"/>
                <a:ext cx="8823701" cy="48511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038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EFB63-1E43-CD66-ABAC-FB747141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7BDD-5800-5369-8944-01BF6557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214" y="271945"/>
            <a:ext cx="10018713" cy="700873"/>
          </a:xfrm>
        </p:spPr>
        <p:txBody>
          <a:bodyPr>
            <a:normAutofit fontScale="90000"/>
          </a:bodyPr>
          <a:lstStyle/>
          <a:p>
            <a:r>
              <a:rPr lang="en-US" dirty="0"/>
              <a:t>Time-of-Day Utilization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3BFADFB-D8C0-46CA-8827-71857FCE1C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6653513"/>
              </p:ext>
            </p:extLst>
          </p:nvPr>
        </p:nvGraphicFramePr>
        <p:xfrm>
          <a:off x="1344622" y="972818"/>
          <a:ext cx="10140305" cy="547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0505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DCAD-C869-3F5D-BE9C-C72673BA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9C6E-26E3-F3EF-D81C-236859ADC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982" y="204020"/>
            <a:ext cx="10018713" cy="651387"/>
          </a:xfrm>
        </p:spPr>
        <p:txBody>
          <a:bodyPr>
            <a:normAutofit fontScale="90000"/>
          </a:bodyPr>
          <a:lstStyle/>
          <a:p>
            <a:r>
              <a:rPr lang="en-US" dirty="0"/>
              <a:t>Geographic utilization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5389F74-FBA7-4CEC-BF00-9D0F424853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9567755"/>
              </p:ext>
            </p:extLst>
          </p:nvPr>
        </p:nvGraphicFramePr>
        <p:xfrm>
          <a:off x="1964806" y="117986"/>
          <a:ext cx="9312794" cy="5830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7819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5F66-8B00-C1CE-1644-B0E3703C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83AF-0B81-2256-9856-60C31947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137" y="194187"/>
            <a:ext cx="10018713" cy="877529"/>
          </a:xfrm>
        </p:spPr>
        <p:txBody>
          <a:bodyPr>
            <a:normAutofit/>
          </a:bodyPr>
          <a:lstStyle/>
          <a:p>
            <a:r>
              <a:rPr lang="en-US" sz="2800" dirty="0"/>
              <a:t>Impact of fluctuating energy prices on cost and charging efficiency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1A28AD9-0802-FB3D-957A-3FE4FD2264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1718883"/>
              </p:ext>
            </p:extLst>
          </p:nvPr>
        </p:nvGraphicFramePr>
        <p:xfrm>
          <a:off x="2198875" y="1042219"/>
          <a:ext cx="9789119" cy="5262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920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B096-8D91-5F62-742E-6C7DD9AE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F8478-93C1-2F73-1208-94CBB84D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86" y="194186"/>
            <a:ext cx="10018713" cy="798871"/>
          </a:xfrm>
        </p:spPr>
        <p:txBody>
          <a:bodyPr>
            <a:normAutofit/>
          </a:bodyPr>
          <a:lstStyle/>
          <a:p>
            <a:r>
              <a:rPr lang="en-US" sz="2800" dirty="0"/>
              <a:t>Impact of temperature on cost and charging efficiency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C9391E1-1BFC-40B3-BADA-4DFE84A305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4786853"/>
              </p:ext>
            </p:extLst>
          </p:nvPr>
        </p:nvGraphicFramePr>
        <p:xfrm>
          <a:off x="2054582" y="1202608"/>
          <a:ext cx="9517986" cy="5064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1D366E-A399-BED6-05A0-F990766EB9F9}"/>
              </a:ext>
            </a:extLst>
          </p:cNvPr>
          <p:cNvSpPr txBox="1"/>
          <p:nvPr/>
        </p:nvSpPr>
        <p:spPr>
          <a:xfrm>
            <a:off x="6902246" y="1359924"/>
            <a:ext cx="1455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Longer charging hours at higher temperature</a:t>
            </a:r>
          </a:p>
        </p:txBody>
      </p:sp>
    </p:spTree>
    <p:extLst>
      <p:ext uri="{BB962C8B-B14F-4D97-AF65-F5344CB8AC3E}">
        <p14:creationId xmlns:p14="http://schemas.microsoft.com/office/powerpoint/2010/main" val="4097467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AE23-ABA7-9E63-CE22-1E55E3A3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244D-CF06-579A-4901-4AF5DE027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31" y="1"/>
            <a:ext cx="10018713" cy="983226"/>
          </a:xfrm>
        </p:spPr>
        <p:txBody>
          <a:bodyPr>
            <a:normAutofit/>
          </a:bodyPr>
          <a:lstStyle/>
          <a:p>
            <a:r>
              <a:rPr lang="en-US" sz="2800" dirty="0"/>
              <a:t>Charging patterns based on user type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961ACD3-C298-D85E-D8D7-86D225A1DF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3202289"/>
              </p:ext>
            </p:extLst>
          </p:nvPr>
        </p:nvGraphicFramePr>
        <p:xfrm>
          <a:off x="2253876" y="983227"/>
          <a:ext cx="8068684" cy="4867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83464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EA947-B4F7-98A5-28AB-200FAA7C5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008B-B777-B3BC-4781-939F14CB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007" y="331840"/>
            <a:ext cx="10018713" cy="675640"/>
          </a:xfrm>
        </p:spPr>
        <p:txBody>
          <a:bodyPr>
            <a:normAutofit/>
          </a:bodyPr>
          <a:lstStyle/>
          <a:p>
            <a:r>
              <a:rPr lang="en-US" sz="2800" dirty="0"/>
              <a:t>Charging patterns based on vehicle brands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53AF46A-47FA-3770-ACED-B50E5D15D9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7896934"/>
              </p:ext>
            </p:extLst>
          </p:nvPr>
        </p:nvGraphicFramePr>
        <p:xfrm>
          <a:off x="1651784" y="708963"/>
          <a:ext cx="9575936" cy="581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6E267FF-0B21-EE95-1B37-9E364790D72D}"/>
              </a:ext>
            </a:extLst>
          </p:cNvPr>
          <p:cNvSpPr/>
          <p:nvPr/>
        </p:nvSpPr>
        <p:spPr>
          <a:xfrm>
            <a:off x="4070555" y="1465006"/>
            <a:ext cx="904567" cy="589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Higher battery capacity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300CA0-9DA7-25AF-84D2-C368853FDEEC}"/>
              </a:ext>
            </a:extLst>
          </p:cNvPr>
          <p:cNvSpPr/>
          <p:nvPr/>
        </p:nvSpPr>
        <p:spPr>
          <a:xfrm>
            <a:off x="6715432" y="2830270"/>
            <a:ext cx="781665" cy="787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Higher Energy consumed</a:t>
            </a:r>
          </a:p>
        </p:txBody>
      </p:sp>
    </p:spTree>
    <p:extLst>
      <p:ext uri="{BB962C8B-B14F-4D97-AF65-F5344CB8AC3E}">
        <p14:creationId xmlns:p14="http://schemas.microsoft.com/office/powerpoint/2010/main" val="3305835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316AE-DC4D-36AD-D6C1-D7285B6C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97626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366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Corbel</vt:lpstr>
      <vt:lpstr>Parallax</vt:lpstr>
      <vt:lpstr>Electric Vehicle Charging Analysis and Optimization</vt:lpstr>
      <vt:lpstr>Summary</vt:lpstr>
      <vt:lpstr>Data Source</vt:lpstr>
      <vt:lpstr>Architecture of the Dashboard</vt:lpstr>
      <vt:lpstr>Dashboard Preview</vt:lpstr>
      <vt:lpstr>Top 10 busy charging stations</vt:lpstr>
      <vt:lpstr>Average monthly utilization</vt:lpstr>
      <vt:lpstr>Peak hour of charging</vt:lpstr>
      <vt:lpstr>Time-of-Day Utilization</vt:lpstr>
      <vt:lpstr>Geographic utilization</vt:lpstr>
      <vt:lpstr>Impact of fluctuating energy prices on cost and charging efficiency</vt:lpstr>
      <vt:lpstr>Impact of temperature on cost and charging efficiency</vt:lpstr>
      <vt:lpstr>Charging patterns based on user type</vt:lpstr>
      <vt:lpstr>Charging patterns based on vehicle brands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Mengaji</dc:creator>
  <cp:lastModifiedBy>Pooja Mengaji</cp:lastModifiedBy>
  <cp:revision>25</cp:revision>
  <dcterms:created xsi:type="dcterms:W3CDTF">2025-12-09T18:26:25Z</dcterms:created>
  <dcterms:modified xsi:type="dcterms:W3CDTF">2025-12-10T20:19:32Z</dcterms:modified>
</cp:coreProperties>
</file>